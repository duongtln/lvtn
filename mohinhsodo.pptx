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A725"/>
    <a:srgbClr val="99CC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15" autoAdjust="0"/>
    <p:restoredTop sz="94660"/>
  </p:normalViewPr>
  <p:slideViewPr>
    <p:cSldViewPr snapToGrid="0">
      <p:cViewPr varScale="1">
        <p:scale>
          <a:sx n="44" d="100"/>
          <a:sy n="44" d="100"/>
        </p:scale>
        <p:origin x="78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5F70-0BFC-4BCC-A0EA-AF845DC2E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1C540-7EF4-4696-9E34-21242245A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83A63-F74F-450F-9EA4-73E57DBB3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482F8-DB94-4DBC-A5BC-2797D8CF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AB2D7-E56D-4264-A381-12DE5EACB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46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37B59-6D75-4844-B49D-3BD5109A7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E4790-2667-4892-AF13-2F882C78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89C8A-5327-4587-9A11-3D019FE8F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C216-849D-4214-A3FD-95E921AFF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88D3B-CBFC-46A1-8E77-3DF98F68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26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3B7BE-59A3-4989-B422-C412EB4A0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9F742-0527-431F-9A7D-4BF8DB2C9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D522F-7D08-4360-A795-69CB1292F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FAE78-8543-471F-91BD-CE67A7A32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6F11E-1B75-4171-A320-0DB25B926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807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89AAA-1E7B-4E7A-BD72-AF6616BB1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C1598-0997-411D-9CE5-26EB3DAF73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9E197-A26D-4BDE-8163-E44F261D7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186D41-233E-40FA-A555-91D4CBED2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693B8-C3A6-4A62-AA1F-8C9D9B7B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28FE56-8470-4755-AB77-2C9A0F1CD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499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6E656-48BA-47C3-83DA-96BB0CC1E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603C45-8BA9-45E7-9E92-8ED039D02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386C3-7BB0-47DA-9795-C7D14DFBA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3EA9C5-7FF2-4CA1-A040-AA4DEFB07F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2BBC53-A460-4057-B73A-9F33F0C50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1A7CF9-04A1-4F3F-BEA2-0D344E0C2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2908F-47A5-42A5-9967-0AAFD609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867B5-A78C-4B3E-82B3-DB6CAF9AE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83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495D7-EBC7-4D20-ACF4-566010FD0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DCFCE-3D85-4E94-BCAE-8929E9956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C1E025-01CE-440E-8171-EB1C532F0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F0847-AA11-4E2D-A64D-C94E91902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15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D9895D-469E-4E93-B6D7-D92C70D62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17AD3C-2510-4962-BEAB-62C7F4AB5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CAAA9-46A7-4530-A3D0-20800207C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15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0777A-251E-4BE2-BC95-9AD0F18E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AC18F-1EC4-4AF6-8E1E-AEDEACEA2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AF528E-32C5-47CD-9D82-2A676D883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38487-C872-42AC-BF76-D33B0B7B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FD1181-340D-42B1-8D63-7D9C84B46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3A3E1-6E81-4DE2-A80D-9033BDBCE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490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7DBD2-7C4B-4FC4-B8B9-40457B3C5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A67A2C-CE54-421B-9D1A-324E10649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049569-B9A0-4A29-83A0-66CFBA44E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8E54A-25DE-4234-BDDC-6989431D8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9F4E9-B722-4337-9A3E-6CE31B6D4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BB425-AFFE-4CA2-9886-8FB348139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8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DB921-8BC5-4BBF-8C4F-3E81E848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6E17DB-4A35-4E69-95F0-18AA184952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8DF6-07BD-48D2-9BE5-A01E3D84B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48536-BBFF-4EE9-A3C0-B605315C3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71A22-290E-4C81-9359-B2B6659FB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043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F7116B-9E24-43A6-9400-ECD7D5FF15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8CE1C4-F1CB-47AA-A94D-7AF4CA2F2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4A4F1-6B06-4F63-8D9F-A76E41801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27146-6B5C-4728-98EB-75F7014D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9E238-96D4-436B-9EDA-53AAA9B3C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626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692B8B-B624-4136-A210-0EF80A08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BECD-942F-40B7-AEBD-20D23B7E2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15A2AB-7B22-4C66-8C8A-3BEB686DC3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A477DE-2A49-4315-B0F5-CB129B6ABD66}" type="datetimeFigureOut">
              <a:rPr lang="en-US" smtClean="0"/>
              <a:t>11/17/2018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8C6E7-F268-4F2C-B2FF-9C9B38543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091CB-8D6F-4ECC-816E-6553357EE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559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E6E5D7A9-DA7B-4B33-964F-5DFD8A430152}"/>
              </a:ext>
            </a:extLst>
          </p:cNvPr>
          <p:cNvGrpSpPr/>
          <p:nvPr/>
        </p:nvGrpSpPr>
        <p:grpSpPr>
          <a:xfrm>
            <a:off x="775871" y="1729648"/>
            <a:ext cx="9600246" cy="2484519"/>
            <a:chOff x="775871" y="1729648"/>
            <a:chExt cx="9600246" cy="2484519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F22C358-DFD0-4C0E-B668-7B04523BAAA4}"/>
                </a:ext>
              </a:extLst>
            </p:cNvPr>
            <p:cNvGrpSpPr/>
            <p:nvPr/>
          </p:nvGrpSpPr>
          <p:grpSpPr>
            <a:xfrm>
              <a:off x="775871" y="1729648"/>
              <a:ext cx="9600246" cy="2484519"/>
              <a:chOff x="775871" y="1729648"/>
              <a:chExt cx="9600246" cy="248451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AE92C6B-9AAC-4CA6-8CC1-141C27D30B3D}"/>
                  </a:ext>
                </a:extLst>
              </p:cNvPr>
              <p:cNvGrpSpPr/>
              <p:nvPr/>
            </p:nvGrpSpPr>
            <p:grpSpPr>
              <a:xfrm>
                <a:off x="775871" y="1945091"/>
                <a:ext cx="2560316" cy="2269076"/>
                <a:chOff x="898502" y="1428281"/>
                <a:chExt cx="2560316" cy="2269076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11BECE-4B8B-4F48-BA20-FCC213B74B73}"/>
                    </a:ext>
                  </a:extLst>
                </p:cNvPr>
                <p:cNvSpPr/>
                <p:nvPr/>
              </p:nvSpPr>
              <p:spPr>
                <a:xfrm>
                  <a:off x="8985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device 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(e.g., sensor)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011357-E21C-400D-A999-C1B361238D16}"/>
                    </a:ext>
                  </a:extLst>
                </p:cNvPr>
                <p:cNvSpPr txBox="1"/>
                <p:nvPr/>
              </p:nvSpPr>
              <p:spPr>
                <a:xfrm>
                  <a:off x="898502" y="1428281"/>
                  <a:ext cx="256031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Thu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thập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5B50F52-953A-420B-A744-EB70C0DDE8FA}"/>
                  </a:ext>
                </a:extLst>
              </p:cNvPr>
              <p:cNvGrpSpPr/>
              <p:nvPr/>
            </p:nvGrpSpPr>
            <p:grpSpPr>
              <a:xfrm>
                <a:off x="4331312" y="1729648"/>
                <a:ext cx="2560315" cy="2484519"/>
                <a:chOff x="3794102" y="1212838"/>
                <a:chExt cx="2560315" cy="2484519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4F4C4400-11D7-439B-91DB-A143B0F1D9DF}"/>
                    </a:ext>
                  </a:extLst>
                </p:cNvPr>
                <p:cNvSpPr/>
                <p:nvPr/>
              </p:nvSpPr>
              <p:spPr>
                <a:xfrm>
                  <a:off x="37941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hub or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gateway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7BD7FFF-D09E-4A96-A279-B6CCD8E842A3}"/>
                    </a:ext>
                  </a:extLst>
                </p:cNvPr>
                <p:cNvSpPr txBox="1"/>
                <p:nvPr/>
              </p:nvSpPr>
              <p:spPr>
                <a:xfrm>
                  <a:off x="3916730" y="1212838"/>
                  <a:ext cx="231505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Tham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chiếu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và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truyền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89B03556-6609-41FF-A532-CDA2DB1A1FE9}"/>
                  </a:ext>
                </a:extLst>
              </p:cNvPr>
              <p:cNvGrpSpPr/>
              <p:nvPr/>
            </p:nvGrpSpPr>
            <p:grpSpPr>
              <a:xfrm>
                <a:off x="7666721" y="1945092"/>
                <a:ext cx="2709396" cy="2269075"/>
                <a:chOff x="6615161" y="1428282"/>
                <a:chExt cx="2709396" cy="2269075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7679859F-578F-4E36-A77D-8FFBD946EEED}"/>
                    </a:ext>
                  </a:extLst>
                </p:cNvPr>
                <p:cNvSpPr/>
                <p:nvPr/>
              </p:nvSpPr>
              <p:spPr>
                <a:xfrm>
                  <a:off x="66897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interface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(e.g., smartphone, Website)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3BADDF3-21C2-4D2B-B229-8F01FD898A12}"/>
                    </a:ext>
                  </a:extLst>
                </p:cNvPr>
                <p:cNvSpPr txBox="1"/>
                <p:nvPr/>
              </p:nvSpPr>
              <p:spPr>
                <a:xfrm>
                  <a:off x="6615161" y="1428282"/>
                  <a:ext cx="270939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Phân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tích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A1D8BD1-328A-46D8-8DD0-0C3BD20A9B44}"/>
                  </a:ext>
                </a:extLst>
              </p:cNvPr>
              <p:cNvCxnSpPr>
                <a:stCxn id="4" idx="3"/>
                <a:endCxn id="5" idx="1"/>
              </p:cNvCxnSpPr>
              <p:nvPr/>
            </p:nvCxnSpPr>
            <p:spPr>
              <a:xfrm>
                <a:off x="3336186" y="3472045"/>
                <a:ext cx="995126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22BC91-9E0E-4B95-AC2E-E0C0922CC62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6891627" y="3472045"/>
                <a:ext cx="849635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50A8FF-FE76-4972-AF98-67074D34AFC4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3336187" y="2206701"/>
              <a:ext cx="111775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4493409-D050-497D-B691-1C1E8547903A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6768997" y="2206702"/>
              <a:ext cx="8977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33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A90C42FC-B163-4DE5-B41B-90B0A1FC26EA}"/>
              </a:ext>
            </a:extLst>
          </p:cNvPr>
          <p:cNvGrpSpPr/>
          <p:nvPr/>
        </p:nvGrpSpPr>
        <p:grpSpPr>
          <a:xfrm>
            <a:off x="977723" y="759761"/>
            <a:ext cx="9823136" cy="5974778"/>
            <a:chOff x="977723" y="759761"/>
            <a:chExt cx="9823136" cy="597477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BA7986D-ED84-4A51-8F6F-20810BF95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7650" y="759761"/>
              <a:ext cx="4076700" cy="1619250"/>
            </a:xfrm>
            <a:prstGeom prst="rect">
              <a:avLst/>
            </a:prstGeom>
          </p:spPr>
        </p:pic>
        <p:sp>
          <p:nvSpPr>
            <p:cNvPr id="12" name="Cloud 11">
              <a:extLst>
                <a:ext uri="{FF2B5EF4-FFF2-40B4-BE49-F238E27FC236}">
                  <a16:creationId xmlns:a16="http://schemas.microsoft.com/office/drawing/2014/main" id="{4F3299A8-C223-45CC-8324-20C36C54A940}"/>
                </a:ext>
              </a:extLst>
            </p:cNvPr>
            <p:cNvSpPr/>
            <p:nvPr/>
          </p:nvSpPr>
          <p:spPr>
            <a:xfrm>
              <a:off x="4452514" y="1911381"/>
              <a:ext cx="3027463" cy="1517619"/>
            </a:xfrm>
            <a:prstGeom prst="cloud">
              <a:avLst/>
            </a:prstGeom>
            <a:gradFill flip="none" rotWithShape="1">
              <a:gsLst>
                <a:gs pos="0">
                  <a:schemeClr val="accent1">
                    <a:lumMod val="110000"/>
                    <a:satMod val="105000"/>
                    <a:tint val="67000"/>
                  </a:schemeClr>
                </a:gs>
                <a:gs pos="50000">
                  <a:schemeClr val="accent1">
                    <a:lumMod val="105000"/>
                    <a:satMod val="103000"/>
                    <a:tint val="73000"/>
                  </a:schemeClr>
                </a:gs>
                <a:gs pos="100000">
                  <a:schemeClr val="accent1">
                    <a:lumMod val="105000"/>
                    <a:satMod val="109000"/>
                    <a:tint val="81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CLOUD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C49F010-2C91-432A-807F-49C85B9E5179}"/>
                </a:ext>
              </a:extLst>
            </p:cNvPr>
            <p:cNvGrpSpPr/>
            <p:nvPr/>
          </p:nvGrpSpPr>
          <p:grpSpPr>
            <a:xfrm>
              <a:off x="977723" y="2259743"/>
              <a:ext cx="3350186" cy="4038691"/>
              <a:chOff x="0" y="2259449"/>
              <a:chExt cx="3350186" cy="4038691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08A9BC6C-E65E-4433-BCF1-E498CD82895C}"/>
                  </a:ext>
                </a:extLst>
              </p:cNvPr>
              <p:cNvGrpSpPr/>
              <p:nvPr/>
            </p:nvGrpSpPr>
            <p:grpSpPr>
              <a:xfrm>
                <a:off x="0" y="3630216"/>
                <a:ext cx="3350186" cy="2667924"/>
                <a:chOff x="0" y="3586527"/>
                <a:chExt cx="3350186" cy="2667924"/>
              </a:xfrm>
            </p:grpSpPr>
            <p:sp>
              <p:nvSpPr>
                <p:cNvPr id="27" name="Cloud 26">
                  <a:extLst>
                    <a:ext uri="{FF2B5EF4-FFF2-40B4-BE49-F238E27FC236}">
                      <a16:creationId xmlns:a16="http://schemas.microsoft.com/office/drawing/2014/main" id="{32D2960D-0A5D-4639-91E6-9B35AD1A4AEA}"/>
                    </a:ext>
                  </a:extLst>
                </p:cNvPr>
                <p:cNvSpPr/>
                <p:nvPr/>
              </p:nvSpPr>
              <p:spPr>
                <a:xfrm>
                  <a:off x="0" y="3586527"/>
                  <a:ext cx="3350186" cy="2667924"/>
                </a:xfrm>
                <a:prstGeom prst="clou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5CC3275F-844E-4DAB-B85F-6E31EFFD83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0217947">
                  <a:off x="1092491" y="4749111"/>
                  <a:ext cx="1159720" cy="1331532"/>
                </a:xfrm>
                <a:prstGeom prst="rect">
                  <a:avLst/>
                </a:prstGeom>
              </p:spPr>
            </p:pic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BB095441-3145-4B88-BDF1-CF51952085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12631" y="3788640"/>
                  <a:ext cx="1159720" cy="1331532"/>
                </a:xfrm>
                <a:prstGeom prst="rect">
                  <a:avLst/>
                </a:prstGeom>
              </p:spPr>
            </p:pic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5A803C4E-69FF-4B85-9BE1-BC1DD90E2C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791962">
                  <a:off x="1982513" y="3788638"/>
                  <a:ext cx="1159720" cy="1331532"/>
                </a:xfrm>
                <a:prstGeom prst="rect">
                  <a:avLst/>
                </a:prstGeom>
              </p:spPr>
            </p:pic>
          </p:grpSp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45C26D9-C289-49C6-9747-467797DFA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2558" y="2259449"/>
                <a:ext cx="821482" cy="821482"/>
              </a:xfrm>
              <a:prstGeom prst="rect">
                <a:avLst/>
              </a:prstGeom>
            </p:spPr>
          </p:pic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ABF5736-41DC-4D4B-8614-03818268436A}"/>
                  </a:ext>
                </a:extLst>
              </p:cNvPr>
              <p:cNvCxnSpPr>
                <a:stCxn id="26" idx="2"/>
                <a:endCxn id="27" idx="3"/>
              </p:cNvCxnSpPr>
              <p:nvPr/>
            </p:nvCxnSpPr>
            <p:spPr>
              <a:xfrm>
                <a:off x="1663299" y="3080931"/>
                <a:ext cx="11794" cy="701826"/>
              </a:xfrm>
              <a:prstGeom prst="straightConnector1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5465E6B-156D-4B78-8AEA-294CD174EBDA}"/>
                </a:ext>
              </a:extLst>
            </p:cNvPr>
            <p:cNvCxnSpPr>
              <a:stCxn id="26" idx="3"/>
              <a:endCxn id="12" idx="2"/>
            </p:cNvCxnSpPr>
            <p:nvPr/>
          </p:nvCxnSpPr>
          <p:spPr>
            <a:xfrm flipV="1">
              <a:off x="3051763" y="2670191"/>
              <a:ext cx="1410142" cy="29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A25D135-363C-4963-9B40-EFB2B03BC4F6}"/>
                </a:ext>
              </a:extLst>
            </p:cNvPr>
            <p:cNvCxnSpPr>
              <a:cxnSpLocks/>
              <a:stCxn id="12" idx="0"/>
              <a:endCxn id="39" idx="1"/>
            </p:cNvCxnSpPr>
            <p:nvPr/>
          </p:nvCxnSpPr>
          <p:spPr>
            <a:xfrm flipV="1">
              <a:off x="7477454" y="2659684"/>
              <a:ext cx="1112965" cy="10507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B9BCFB4-8E51-4597-8A43-5CF119202721}"/>
                </a:ext>
              </a:extLst>
            </p:cNvPr>
            <p:cNvGrpSpPr/>
            <p:nvPr/>
          </p:nvGrpSpPr>
          <p:grpSpPr>
            <a:xfrm>
              <a:off x="7201461" y="2238436"/>
              <a:ext cx="3599398" cy="4496103"/>
              <a:chOff x="8089358" y="2238436"/>
              <a:chExt cx="3599398" cy="4496103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D2F77624-315E-42B2-8B60-066A2C791630}"/>
                  </a:ext>
                </a:extLst>
              </p:cNvPr>
              <p:cNvGrpSpPr/>
              <p:nvPr/>
            </p:nvGrpSpPr>
            <p:grpSpPr>
              <a:xfrm>
                <a:off x="8089358" y="3630216"/>
                <a:ext cx="3599398" cy="3104323"/>
                <a:chOff x="8457699" y="3429000"/>
                <a:chExt cx="3599398" cy="3104323"/>
              </a:xfrm>
            </p:grpSpPr>
            <p:sp>
              <p:nvSpPr>
                <p:cNvPr id="29" name="Cloud 28">
                  <a:extLst>
                    <a:ext uri="{FF2B5EF4-FFF2-40B4-BE49-F238E27FC236}">
                      <a16:creationId xmlns:a16="http://schemas.microsoft.com/office/drawing/2014/main" id="{12044AC1-6B50-4485-95EE-13720C3F0ED5}"/>
                    </a:ext>
                  </a:extLst>
                </p:cNvPr>
                <p:cNvSpPr/>
                <p:nvPr/>
              </p:nvSpPr>
              <p:spPr>
                <a:xfrm>
                  <a:off x="8457699" y="3429000"/>
                  <a:ext cx="3599398" cy="3104323"/>
                </a:xfrm>
                <a:prstGeom prst="clou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636138A4-B44F-402B-AE34-E0C03E6E54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20439" y="5159369"/>
                  <a:ext cx="1063255" cy="1063255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5A4A2B1C-FE4D-4D08-9529-F0725373B5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208300" y="4501875"/>
                  <a:ext cx="1063255" cy="1141651"/>
                </a:xfrm>
                <a:prstGeom prst="rect">
                  <a:avLst/>
                </a:prstGeom>
              </p:spPr>
            </p:pic>
            <p:pic>
              <p:nvPicPr>
                <p:cNvPr id="16" name="Picture 15">
                  <a:extLst>
                    <a:ext uri="{FF2B5EF4-FFF2-40B4-BE49-F238E27FC236}">
                      <a16:creationId xmlns:a16="http://schemas.microsoft.com/office/drawing/2014/main" id="{04E841F4-5BBD-4BE5-AA91-CDC2AD5FAA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2306" y="3922776"/>
                  <a:ext cx="1063255" cy="1063255"/>
                </a:xfrm>
                <a:prstGeom prst="rect">
                  <a:avLst/>
                </a:prstGeom>
              </p:spPr>
            </p:pic>
          </p:grpSp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D1CA8C5F-CC64-4917-81D3-E272658905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478316" y="2238436"/>
                <a:ext cx="821482" cy="842495"/>
              </a:xfrm>
              <a:prstGeom prst="rect">
                <a:avLst/>
              </a:prstGeom>
            </p:spPr>
          </p:pic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8FFDDE5-40AE-495F-A4DD-A7DA200882A2}"/>
                  </a:ext>
                </a:extLst>
              </p:cNvPr>
              <p:cNvCxnSpPr>
                <a:cxnSpLocks/>
                <a:stCxn id="39" idx="2"/>
                <a:endCxn id="29" idx="3"/>
              </p:cNvCxnSpPr>
              <p:nvPr/>
            </p:nvCxnSpPr>
            <p:spPr>
              <a:xfrm>
                <a:off x="9889057" y="3080931"/>
                <a:ext cx="0" cy="726778"/>
              </a:xfrm>
              <a:prstGeom prst="straightConnector1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88919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6B184CF-C394-421B-B3D6-944D53D325AE}"/>
              </a:ext>
            </a:extLst>
          </p:cNvPr>
          <p:cNvGrpSpPr/>
          <p:nvPr/>
        </p:nvGrpSpPr>
        <p:grpSpPr>
          <a:xfrm>
            <a:off x="3127513" y="1590261"/>
            <a:ext cx="5055704" cy="2739887"/>
            <a:chOff x="3127513" y="1590261"/>
            <a:chExt cx="5055704" cy="273988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26A78EA-7CEB-4FB8-A7D1-DA2093B1C9E4}"/>
                </a:ext>
              </a:extLst>
            </p:cNvPr>
            <p:cNvSpPr/>
            <p:nvPr/>
          </p:nvSpPr>
          <p:spPr>
            <a:xfrm>
              <a:off x="3127513" y="1590261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Môi</a:t>
              </a:r>
              <a:r>
                <a:rPr lang="en-US"/>
                <a:t> tr</a:t>
              </a:r>
              <a:r>
                <a:rPr lang="vi-VN"/>
                <a:t>ư</a:t>
              </a:r>
              <a:r>
                <a:rPr lang="en-US" err="1"/>
                <a:t>ờng</a:t>
              </a:r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4B1119-EDEE-4DDB-9CC1-E49404005AAF}"/>
                </a:ext>
              </a:extLst>
            </p:cNvPr>
            <p:cNvSpPr/>
            <p:nvPr/>
          </p:nvSpPr>
          <p:spPr>
            <a:xfrm>
              <a:off x="6261652" y="1590261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Mạch</a:t>
              </a:r>
              <a:r>
                <a:rPr lang="en-US"/>
                <a:t> </a:t>
              </a:r>
              <a:r>
                <a:rPr lang="en-US" err="1"/>
                <a:t>thu</a:t>
              </a:r>
              <a:r>
                <a:rPr lang="en-US"/>
                <a:t> </a:t>
              </a:r>
              <a:r>
                <a:rPr lang="en-US" err="1"/>
                <a:t>thập</a:t>
              </a:r>
              <a:endParaRPr lang="en-US"/>
            </a:p>
            <a:p>
              <a:pPr algn="ctr"/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8CC99F-1C07-4729-AFDD-D927A7F6C9F5}"/>
                </a:ext>
              </a:extLst>
            </p:cNvPr>
            <p:cNvSpPr/>
            <p:nvPr/>
          </p:nvSpPr>
          <p:spPr>
            <a:xfrm>
              <a:off x="3127513" y="3429000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Bộ</a:t>
              </a:r>
              <a:r>
                <a:rPr lang="en-US"/>
                <a:t> </a:t>
              </a:r>
              <a:r>
                <a:rPr lang="en-US" err="1"/>
                <a:t>thiết</a:t>
              </a:r>
              <a:r>
                <a:rPr lang="en-US"/>
                <a:t> </a:t>
              </a:r>
              <a:r>
                <a:rPr lang="en-US" err="1"/>
                <a:t>bị</a:t>
              </a:r>
              <a:r>
                <a:rPr lang="en-US"/>
                <a:t> </a:t>
              </a:r>
              <a:r>
                <a:rPr lang="en-US" err="1"/>
                <a:t>ngoại</a:t>
              </a:r>
              <a:r>
                <a:rPr lang="en-US"/>
                <a:t> vi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2B58435-C3B4-4E88-8B7D-DA16850C8954}"/>
                </a:ext>
              </a:extLst>
            </p:cNvPr>
            <p:cNvSpPr/>
            <p:nvPr/>
          </p:nvSpPr>
          <p:spPr>
            <a:xfrm>
              <a:off x="6261652" y="3429000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Mạch</a:t>
              </a:r>
              <a:r>
                <a:rPr lang="en-US"/>
                <a:t> </a:t>
              </a:r>
              <a:r>
                <a:rPr lang="en-US" err="1"/>
                <a:t>xử</a:t>
              </a:r>
              <a:r>
                <a:rPr lang="en-US"/>
                <a:t> </a:t>
              </a:r>
              <a:r>
                <a:rPr lang="en-US" err="1"/>
                <a:t>lý</a:t>
              </a:r>
              <a:r>
                <a:rPr lang="en-US"/>
                <a:t> </a:t>
              </a:r>
              <a:r>
                <a:rPr lang="en-US" err="1"/>
                <a:t>và</a:t>
              </a:r>
              <a:r>
                <a:rPr lang="en-US"/>
                <a:t> </a:t>
              </a:r>
              <a:r>
                <a:rPr lang="en-US" err="1"/>
                <a:t>điều</a:t>
              </a:r>
              <a:r>
                <a:rPr lang="en-US"/>
                <a:t> </a:t>
              </a:r>
              <a:r>
                <a:rPr lang="en-US" err="1"/>
                <a:t>khiển</a:t>
              </a:r>
              <a:r>
                <a:rPr lang="en-US"/>
                <a:t> </a:t>
              </a:r>
              <a:r>
                <a:rPr lang="en-US" err="1"/>
                <a:t>tín</a:t>
              </a:r>
              <a:r>
                <a:rPr lang="en-US"/>
                <a:t> </a:t>
              </a:r>
              <a:r>
                <a:rPr lang="en-US" err="1"/>
                <a:t>hiệu</a:t>
              </a:r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CCFF6EEA-EB55-49C2-9816-3F0A3E06FE89}"/>
                </a:ext>
              </a:extLst>
            </p:cNvPr>
            <p:cNvSpPr/>
            <p:nvPr/>
          </p:nvSpPr>
          <p:spPr>
            <a:xfrm>
              <a:off x="5194852" y="1861930"/>
              <a:ext cx="735497" cy="35780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3F03AE3D-54CC-4DC1-B284-994660FC6D27}"/>
                </a:ext>
              </a:extLst>
            </p:cNvPr>
            <p:cNvSpPr/>
            <p:nvPr/>
          </p:nvSpPr>
          <p:spPr>
            <a:xfrm>
              <a:off x="6944139" y="2690191"/>
              <a:ext cx="318052" cy="556592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2F2935B-EE0F-4100-91AF-2476B60B3075}"/>
                </a:ext>
              </a:extLst>
            </p:cNvPr>
            <p:cNvSpPr/>
            <p:nvPr/>
          </p:nvSpPr>
          <p:spPr>
            <a:xfrm rot="10800000">
              <a:off x="5201477" y="3700669"/>
              <a:ext cx="735497" cy="35780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57541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B4706F2-2F5A-4370-B0EB-FE653C0BBE30}"/>
              </a:ext>
            </a:extLst>
          </p:cNvPr>
          <p:cNvGrpSpPr/>
          <p:nvPr/>
        </p:nvGrpSpPr>
        <p:grpSpPr>
          <a:xfrm>
            <a:off x="2785919" y="999723"/>
            <a:ext cx="5029902" cy="3160547"/>
            <a:chOff x="2785919" y="999723"/>
            <a:chExt cx="5029902" cy="316054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B642D32-A889-4984-8A71-EA9CB78D8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5919" y="999723"/>
              <a:ext cx="5029902" cy="279121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86D26E-B59A-4E28-9E24-78FFE11A06D3}"/>
                </a:ext>
              </a:extLst>
            </p:cNvPr>
            <p:cNvSpPr txBox="1"/>
            <p:nvPr/>
          </p:nvSpPr>
          <p:spPr>
            <a:xfrm>
              <a:off x="3021495" y="3790938"/>
              <a:ext cx="11619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Mặt</a:t>
              </a:r>
              <a:r>
                <a:rPr lang="en-US"/>
                <a:t> tr</a:t>
              </a:r>
              <a:r>
                <a:rPr lang="vi-VN"/>
                <a:t>ư</a:t>
              </a:r>
              <a:r>
                <a:rPr lang="en-US" err="1"/>
                <a:t>ớc</a:t>
              </a:r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DFAF01-814B-4E22-80C4-EB268E391404}"/>
                </a:ext>
              </a:extLst>
            </p:cNvPr>
            <p:cNvSpPr txBox="1"/>
            <p:nvPr/>
          </p:nvSpPr>
          <p:spPr>
            <a:xfrm>
              <a:off x="4837665" y="3790938"/>
              <a:ext cx="9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Mặt</a:t>
              </a:r>
              <a:r>
                <a:rPr lang="en-US"/>
                <a:t> </a:t>
              </a:r>
              <a:r>
                <a:rPr lang="en-US" err="1"/>
                <a:t>sau</a:t>
              </a:r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32DAB2-44E8-4D29-8D21-0CC28DCA2386}"/>
                </a:ext>
              </a:extLst>
            </p:cNvPr>
            <p:cNvSpPr txBox="1"/>
            <p:nvPr/>
          </p:nvSpPr>
          <p:spPr>
            <a:xfrm>
              <a:off x="6607763" y="3790938"/>
              <a:ext cx="10499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Bên</a:t>
              </a:r>
              <a:r>
                <a:rPr lang="en-US"/>
                <a:t> </a:t>
              </a:r>
              <a:r>
                <a:rPr lang="en-US" err="1"/>
                <a:t>cạnh</a:t>
              </a: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882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F9E29745-C1DF-467C-9268-A3942E1B9129}"/>
              </a:ext>
            </a:extLst>
          </p:cNvPr>
          <p:cNvGrpSpPr/>
          <p:nvPr/>
        </p:nvGrpSpPr>
        <p:grpSpPr>
          <a:xfrm>
            <a:off x="2754312" y="623888"/>
            <a:ext cx="4752975" cy="1470024"/>
            <a:chOff x="0" y="0"/>
            <a:chExt cx="4752975" cy="147026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41056550-D7CD-4D0B-8578-B416ABA129AD}"/>
                </a:ext>
              </a:extLst>
            </p:cNvPr>
            <p:cNvGrpSpPr/>
            <p:nvPr/>
          </p:nvGrpSpPr>
          <p:grpSpPr>
            <a:xfrm>
              <a:off x="104775" y="0"/>
              <a:ext cx="4648200" cy="1470263"/>
              <a:chOff x="0" y="0"/>
              <a:chExt cx="7255796" cy="1886010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BEBCB395-9394-4972-B910-B57718C4D08A}"/>
                  </a:ext>
                </a:extLst>
              </p:cNvPr>
              <p:cNvGrpSpPr/>
              <p:nvPr/>
            </p:nvGrpSpPr>
            <p:grpSpPr>
              <a:xfrm>
                <a:off x="0" y="0"/>
                <a:ext cx="7255796" cy="1886010"/>
                <a:chOff x="0" y="0"/>
                <a:chExt cx="7255796" cy="1886010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6947BB3-938C-4D21-B565-697C52200A6D}"/>
                    </a:ext>
                  </a:extLst>
                </p:cNvPr>
                <p:cNvCxnSpPr/>
                <p:nvPr/>
              </p:nvCxnSpPr>
              <p:spPr>
                <a:xfrm>
                  <a:off x="1280160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8419813D-2F29-4BFE-A678-C5640C1BB4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26372" y="731520"/>
                  <a:ext cx="441409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1B8C99BE-9895-40FA-82FD-DC862BC5EA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5904" y="1485900"/>
                  <a:ext cx="2172036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07C6ABC-1866-4EA9-8BA5-C89AFB628E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86693" y="731520"/>
                  <a:ext cx="897288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759033BE-137E-44D4-AB92-E3C92B3F0EC7}"/>
                    </a:ext>
                  </a:extLst>
                </p:cNvPr>
                <p:cNvCxnSpPr/>
                <p:nvPr/>
              </p:nvCxnSpPr>
              <p:spPr>
                <a:xfrm>
                  <a:off x="5975636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A48D87C9-E7AA-4C13-938C-7E0823EA7D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0" y="1485900"/>
                  <a:ext cx="3322320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6CD7EAA-42F2-4FE1-8154-EB0C8090BD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0" y="731520"/>
                  <a:ext cx="1280160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64" name="TextBox 20">
                  <a:extLst>
                    <a:ext uri="{FF2B5EF4-FFF2-40B4-BE49-F238E27FC236}">
                      <a16:creationId xmlns:a16="http://schemas.microsoft.com/office/drawing/2014/main" id="{5A971BF6-6439-422E-8AED-6EB944F4CC6D}"/>
                    </a:ext>
                  </a:extLst>
                </p:cNvPr>
                <p:cNvSpPr txBox="1"/>
                <p:nvPr/>
              </p:nvSpPr>
              <p:spPr>
                <a:xfrm>
                  <a:off x="331990" y="414862"/>
                  <a:ext cx="948171" cy="4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vcc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65" name="TextBox 22">
                  <a:extLst>
                    <a:ext uri="{FF2B5EF4-FFF2-40B4-BE49-F238E27FC236}">
                      <a16:creationId xmlns:a16="http://schemas.microsoft.com/office/drawing/2014/main" id="{49C27CF1-2173-4905-BD54-183B171AABDA}"/>
                    </a:ext>
                  </a:extLst>
                </p:cNvPr>
                <p:cNvSpPr txBox="1"/>
                <p:nvPr/>
              </p:nvSpPr>
              <p:spPr>
                <a:xfrm>
                  <a:off x="384132" y="1160748"/>
                  <a:ext cx="896030" cy="357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GND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66" name="TextBox 23">
                  <a:extLst>
                    <a:ext uri="{FF2B5EF4-FFF2-40B4-BE49-F238E27FC236}">
                      <a16:creationId xmlns:a16="http://schemas.microsoft.com/office/drawing/2014/main" id="{832E9802-D700-4993-8D18-3071F179C5AC}"/>
                    </a:ext>
                  </a:extLst>
                </p:cNvPr>
                <p:cNvSpPr txBox="1"/>
                <p:nvPr/>
              </p:nvSpPr>
              <p:spPr>
                <a:xfrm>
                  <a:off x="3365742" y="948277"/>
                  <a:ext cx="1243471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18ms 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465BAD1C-B3DE-4413-8EE8-22792A129A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35904" y="0"/>
                  <a:ext cx="0" cy="188601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A78DAA93-7285-4535-A210-D5FCADB6AE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131470" y="0"/>
                  <a:ext cx="1" cy="188601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69" name="TextBox 32">
                  <a:extLst>
                    <a:ext uri="{FF2B5EF4-FFF2-40B4-BE49-F238E27FC236}">
                      <a16:creationId xmlns:a16="http://schemas.microsoft.com/office/drawing/2014/main" id="{0FA62E38-6603-452A-98E7-65F55035950B}"/>
                    </a:ext>
                  </a:extLst>
                </p:cNvPr>
                <p:cNvSpPr txBox="1"/>
                <p:nvPr/>
              </p:nvSpPr>
              <p:spPr>
                <a:xfrm>
                  <a:off x="6123411" y="258088"/>
                  <a:ext cx="1117516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40us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6" name="TextBox 47">
                <a:extLst>
                  <a:ext uri="{FF2B5EF4-FFF2-40B4-BE49-F238E27FC236}">
                    <a16:creationId xmlns:a16="http://schemas.microsoft.com/office/drawing/2014/main" id="{BA85AB09-B8CB-47B1-A613-D9114BF30407}"/>
                  </a:ext>
                </a:extLst>
              </p:cNvPr>
              <p:cNvSpPr txBox="1"/>
              <p:nvPr/>
            </p:nvSpPr>
            <p:spPr>
              <a:xfrm>
                <a:off x="1550281" y="292782"/>
                <a:ext cx="906146" cy="464758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vi-VN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DATA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sp>
          <p:nvSpPr>
            <p:cNvPr id="53" name="TextBox 22">
              <a:extLst>
                <a:ext uri="{FF2B5EF4-FFF2-40B4-BE49-F238E27FC236}">
                  <a16:creationId xmlns:a16="http://schemas.microsoft.com/office/drawing/2014/main" id="{8960A745-9CBD-495A-9F8B-1E9668B3C88B}"/>
                </a:ext>
              </a:extLst>
            </p:cNvPr>
            <p:cNvSpPr txBox="1"/>
            <p:nvPr/>
          </p:nvSpPr>
          <p:spPr>
            <a:xfrm>
              <a:off x="0" y="904875"/>
              <a:ext cx="257175" cy="27844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kern="120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000"/>
                      </a:srgbClr>
                    </a:outerShdw>
                  </a:effectLst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  <p:sp>
          <p:nvSpPr>
            <p:cNvPr id="54" name="TextBox 22">
              <a:extLst>
                <a:ext uri="{FF2B5EF4-FFF2-40B4-BE49-F238E27FC236}">
                  <a16:creationId xmlns:a16="http://schemas.microsoft.com/office/drawing/2014/main" id="{88897ABC-CAC4-4217-8CA1-D8CD1C7843A4}"/>
                </a:ext>
              </a:extLst>
            </p:cNvPr>
            <p:cNvSpPr txBox="1"/>
            <p:nvPr/>
          </p:nvSpPr>
          <p:spPr>
            <a:xfrm>
              <a:off x="47625" y="333375"/>
              <a:ext cx="257175" cy="27844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kern="120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000"/>
                      </a:srgbClr>
                    </a:outerShdw>
                  </a:effectLst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595EB43-1072-472C-82E0-3962B87BE5E3}"/>
              </a:ext>
            </a:extLst>
          </p:cNvPr>
          <p:cNvGrpSpPr/>
          <p:nvPr/>
        </p:nvGrpSpPr>
        <p:grpSpPr>
          <a:xfrm>
            <a:off x="3051174" y="2681902"/>
            <a:ext cx="4456113" cy="924275"/>
            <a:chOff x="3630612" y="2872535"/>
            <a:chExt cx="4456113" cy="924275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50C40758-F0AB-44EE-9328-9EBFC700D6A4}"/>
                </a:ext>
              </a:extLst>
            </p:cNvPr>
            <p:cNvGrpSpPr/>
            <p:nvPr/>
          </p:nvGrpSpPr>
          <p:grpSpPr>
            <a:xfrm>
              <a:off x="3630612" y="2872535"/>
              <a:ext cx="3848100" cy="924275"/>
              <a:chOff x="866775" y="323411"/>
              <a:chExt cx="3848100" cy="924426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1E1436D6-CA24-469B-9C52-CADD4CFC309E}"/>
                  </a:ext>
                </a:extLst>
              </p:cNvPr>
              <p:cNvGrpSpPr/>
              <p:nvPr/>
            </p:nvGrpSpPr>
            <p:grpSpPr>
              <a:xfrm>
                <a:off x="914400" y="323411"/>
                <a:ext cx="3800475" cy="924426"/>
                <a:chOff x="1263810" y="414862"/>
                <a:chExt cx="5932511" cy="1185826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5E904B03-598A-471C-9F25-61C281409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26372" y="731520"/>
                  <a:ext cx="441409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29A59395-5783-4A5C-A1A9-AC95D76CF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5904" y="1485900"/>
                  <a:ext cx="2172036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5F9A3BC6-5B94-4437-B693-ABB10B93D3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86693" y="731520"/>
                  <a:ext cx="897288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C03A2786-3C2B-4D07-A878-A19A15034AF5}"/>
                    </a:ext>
                  </a:extLst>
                </p:cNvPr>
                <p:cNvCxnSpPr/>
                <p:nvPr/>
              </p:nvCxnSpPr>
              <p:spPr>
                <a:xfrm>
                  <a:off x="5916161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9C379766-B62E-4856-AF17-84170E44F3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53027" y="1485900"/>
                  <a:ext cx="2123709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3253F308-4604-419A-B6DC-74086715A8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63810" y="731520"/>
                  <a:ext cx="1280162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83" name="TextBox 20">
                  <a:extLst>
                    <a:ext uri="{FF2B5EF4-FFF2-40B4-BE49-F238E27FC236}">
                      <a16:creationId xmlns:a16="http://schemas.microsoft.com/office/drawing/2014/main" id="{13BB279A-A755-4452-8D69-93CA2AB618D6}"/>
                    </a:ext>
                  </a:extLst>
                </p:cNvPr>
                <p:cNvSpPr txBox="1"/>
                <p:nvPr/>
              </p:nvSpPr>
              <p:spPr>
                <a:xfrm>
                  <a:off x="1685017" y="414862"/>
                  <a:ext cx="948171" cy="4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vcc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4" name="TextBox 22">
                  <a:extLst>
                    <a:ext uri="{FF2B5EF4-FFF2-40B4-BE49-F238E27FC236}">
                      <a16:creationId xmlns:a16="http://schemas.microsoft.com/office/drawing/2014/main" id="{4582C736-680D-4821-A217-45AA438C793A}"/>
                    </a:ext>
                  </a:extLst>
                </p:cNvPr>
                <p:cNvSpPr txBox="1"/>
                <p:nvPr/>
              </p:nvSpPr>
              <p:spPr>
                <a:xfrm>
                  <a:off x="1737159" y="1160748"/>
                  <a:ext cx="896030" cy="357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GND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5" name="TextBox 23">
                  <a:extLst>
                    <a:ext uri="{FF2B5EF4-FFF2-40B4-BE49-F238E27FC236}">
                      <a16:creationId xmlns:a16="http://schemas.microsoft.com/office/drawing/2014/main" id="{EF445C97-BE3A-468D-BF4E-6C1D2D314E1E}"/>
                    </a:ext>
                  </a:extLst>
                </p:cNvPr>
                <p:cNvSpPr txBox="1"/>
                <p:nvPr/>
              </p:nvSpPr>
              <p:spPr>
                <a:xfrm>
                  <a:off x="3503072" y="1168253"/>
                  <a:ext cx="1243471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54us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8" name="TextBox 32">
                  <a:extLst>
                    <a:ext uri="{FF2B5EF4-FFF2-40B4-BE49-F238E27FC236}">
                      <a16:creationId xmlns:a16="http://schemas.microsoft.com/office/drawing/2014/main" id="{D57C32E6-1F6F-4165-92C0-90D0D759A60E}"/>
                    </a:ext>
                  </a:extLst>
                </p:cNvPr>
                <p:cNvSpPr txBox="1"/>
                <p:nvPr/>
              </p:nvSpPr>
              <p:spPr>
                <a:xfrm>
                  <a:off x="5945054" y="414862"/>
                  <a:ext cx="1117516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20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80</a:t>
                  </a: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2" name="TextBox 22">
                <a:extLst>
                  <a:ext uri="{FF2B5EF4-FFF2-40B4-BE49-F238E27FC236}">
                    <a16:creationId xmlns:a16="http://schemas.microsoft.com/office/drawing/2014/main" id="{D24AAB4D-E963-4882-BD57-AF484CC47B35}"/>
                  </a:ext>
                </a:extLst>
              </p:cNvPr>
              <p:cNvSpPr txBox="1"/>
              <p:nvPr/>
            </p:nvSpPr>
            <p:spPr>
              <a:xfrm>
                <a:off x="866775" y="904875"/>
                <a:ext cx="257175" cy="27844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  <p:sp>
            <p:nvSpPr>
              <p:cNvPr id="73" name="TextBox 22">
                <a:extLst>
                  <a:ext uri="{FF2B5EF4-FFF2-40B4-BE49-F238E27FC236}">
                    <a16:creationId xmlns:a16="http://schemas.microsoft.com/office/drawing/2014/main" id="{E97ABD05-ADFF-4AA3-87E4-91E904375C46}"/>
                  </a:ext>
                </a:extLst>
              </p:cNvPr>
              <p:cNvSpPr txBox="1"/>
              <p:nvPr/>
            </p:nvSpPr>
            <p:spPr>
              <a:xfrm>
                <a:off x="914400" y="333375"/>
                <a:ext cx="257175" cy="27844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9BB3BC2-90A7-435C-983C-95CEC07EFDCD}"/>
                </a:ext>
              </a:extLst>
            </p:cNvPr>
            <p:cNvCxnSpPr>
              <a:cxnSpLocks/>
            </p:cNvCxnSpPr>
            <p:nvPr/>
          </p:nvCxnSpPr>
          <p:spPr>
            <a:xfrm>
              <a:off x="7411537" y="3084440"/>
              <a:ext cx="282775" cy="587991"/>
            </a:xfrm>
            <a:prstGeom prst="line">
              <a:avLst/>
            </a:prstGeom>
            <a:ln w="762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7E6C8C5-B2B2-44AD-A6DE-9B899932E522}"/>
                </a:ext>
              </a:extLst>
            </p:cNvPr>
            <p:cNvCxnSpPr>
              <a:cxnSpLocks/>
            </p:cNvCxnSpPr>
            <p:nvPr/>
          </p:nvCxnSpPr>
          <p:spPr>
            <a:xfrm>
              <a:off x="7694312" y="3672431"/>
              <a:ext cx="392413" cy="0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FC0206E-FD94-4088-8F73-27B459A7CD4B}"/>
              </a:ext>
            </a:extLst>
          </p:cNvPr>
          <p:cNvGrpSpPr/>
          <p:nvPr/>
        </p:nvGrpSpPr>
        <p:grpSpPr>
          <a:xfrm>
            <a:off x="1949487" y="4257554"/>
            <a:ext cx="8634794" cy="870503"/>
            <a:chOff x="1949487" y="4257554"/>
            <a:chExt cx="8634794" cy="870503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CE7D0D3-8B2E-4E3B-B5FD-EDE1E0871B2F}"/>
                </a:ext>
              </a:extLst>
            </p:cNvPr>
            <p:cNvSpPr/>
            <p:nvPr/>
          </p:nvSpPr>
          <p:spPr>
            <a:xfrm>
              <a:off x="1949487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0EB72551-35CF-4CEC-9DD1-1AAC5E767D68}"/>
                </a:ext>
              </a:extLst>
            </p:cNvPr>
            <p:cNvSpPr/>
            <p:nvPr/>
          </p:nvSpPr>
          <p:spPr>
            <a:xfrm>
              <a:off x="3672340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thập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6DF29F1B-C093-42CC-8923-9E87FB496B17}"/>
                </a:ext>
              </a:extLst>
            </p:cNvPr>
            <p:cNvSpPr/>
            <p:nvPr/>
          </p:nvSpPr>
          <p:spPr>
            <a:xfrm>
              <a:off x="5402036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2DC6BAC5-B423-467B-9777-B94629EBAB5D}"/>
                </a:ext>
              </a:extLst>
            </p:cNvPr>
            <p:cNvSpPr/>
            <p:nvPr/>
          </p:nvSpPr>
          <p:spPr>
            <a:xfrm>
              <a:off x="7124889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thập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0D21A5E-DA17-40DC-9C3B-90729CF18C96}"/>
                </a:ext>
              </a:extLst>
            </p:cNvPr>
            <p:cNvSpPr/>
            <p:nvPr/>
          </p:nvSpPr>
          <p:spPr>
            <a:xfrm>
              <a:off x="8854585" y="4257554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C544EB9E-788C-40B7-869C-4F06E0D6F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49487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5186779-4C14-420C-BFC8-1A72AEC3FE01}"/>
                </a:ext>
              </a:extLst>
            </p:cNvPr>
            <p:cNvCxnSpPr>
              <a:cxnSpLocks/>
            </p:cNvCxnSpPr>
            <p:nvPr/>
          </p:nvCxnSpPr>
          <p:spPr>
            <a:xfrm>
              <a:off x="3672340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D1CEF7CA-E7BA-42B9-B5FE-06C0B670309E}"/>
                </a:ext>
              </a:extLst>
            </p:cNvPr>
            <p:cNvCxnSpPr>
              <a:cxnSpLocks/>
            </p:cNvCxnSpPr>
            <p:nvPr/>
          </p:nvCxnSpPr>
          <p:spPr>
            <a:xfrm>
              <a:off x="5395193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812D8DE-CC0D-44BF-AFA8-7B5E17936133}"/>
                </a:ext>
              </a:extLst>
            </p:cNvPr>
            <p:cNvCxnSpPr>
              <a:cxnSpLocks/>
            </p:cNvCxnSpPr>
            <p:nvPr/>
          </p:nvCxnSpPr>
          <p:spPr>
            <a:xfrm>
              <a:off x="7118046" y="4781550"/>
              <a:ext cx="174338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2D2FA08-8756-4571-B29C-3CE774838AC4}"/>
                </a:ext>
              </a:extLst>
            </p:cNvPr>
            <p:cNvCxnSpPr>
              <a:cxnSpLocks/>
            </p:cNvCxnSpPr>
            <p:nvPr/>
          </p:nvCxnSpPr>
          <p:spPr>
            <a:xfrm>
              <a:off x="8861428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DEC0BF-2D14-447B-822F-7AECBC8E7547}"/>
                </a:ext>
              </a:extLst>
            </p:cNvPr>
            <p:cNvSpPr txBox="1"/>
            <p:nvPr/>
          </p:nvSpPr>
          <p:spPr>
            <a:xfrm>
              <a:off x="2550041" y="4786189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3E321C3-7FDF-4CE9-A2B8-A8AF84655A88}"/>
                </a:ext>
              </a:extLst>
            </p:cNvPr>
            <p:cNvSpPr txBox="1"/>
            <p:nvPr/>
          </p:nvSpPr>
          <p:spPr>
            <a:xfrm>
              <a:off x="4266681" y="4781387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4257EF7-2509-4BA9-A861-705BC854F818}"/>
                </a:ext>
              </a:extLst>
            </p:cNvPr>
            <p:cNvSpPr txBox="1"/>
            <p:nvPr/>
          </p:nvSpPr>
          <p:spPr>
            <a:xfrm>
              <a:off x="6071245" y="4851058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E3BB7BC3-F6A0-4092-81D8-30E8ACBE6F2A}"/>
                </a:ext>
              </a:extLst>
            </p:cNvPr>
            <p:cNvSpPr txBox="1"/>
            <p:nvPr/>
          </p:nvSpPr>
          <p:spPr>
            <a:xfrm>
              <a:off x="7787885" y="4846256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58F2CA24-7CB4-4D13-B0CD-B9E00CDA2196}"/>
                </a:ext>
              </a:extLst>
            </p:cNvPr>
            <p:cNvSpPr txBox="1"/>
            <p:nvPr/>
          </p:nvSpPr>
          <p:spPr>
            <a:xfrm>
              <a:off x="9516644" y="4781387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4ED2956-5F18-4338-BC86-BFA14F3CE1FA}"/>
              </a:ext>
            </a:extLst>
          </p:cNvPr>
          <p:cNvGrpSpPr/>
          <p:nvPr/>
        </p:nvGrpSpPr>
        <p:grpSpPr>
          <a:xfrm>
            <a:off x="675451" y="5328877"/>
            <a:ext cx="9135953" cy="996034"/>
            <a:chOff x="675451" y="5328877"/>
            <a:chExt cx="9135953" cy="996034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0B37DEE-0790-48FC-8274-613E5B0873E1}"/>
                </a:ext>
              </a:extLst>
            </p:cNvPr>
            <p:cNvSpPr/>
            <p:nvPr/>
          </p:nvSpPr>
          <p:spPr>
            <a:xfrm>
              <a:off x="675451" y="5328895"/>
              <a:ext cx="1871931" cy="99601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Môi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tr</a:t>
              </a:r>
              <a:r>
                <a:rPr lang="vi-VN">
                  <a:latin typeface="Times New Roman" panose="02020603050405020304" pitchFamily="18" charset="0"/>
                  <a:cs typeface="Times New Roman" panose="02020603050405020304" pitchFamily="18" charset="0"/>
                </a:rPr>
                <a:t>ư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ờng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có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thay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đổi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2B0606F0-F173-4EB4-869A-FAC3419F5ED9}"/>
                </a:ext>
              </a:extLst>
            </p:cNvPr>
            <p:cNvSpPr/>
            <p:nvPr/>
          </p:nvSpPr>
          <p:spPr>
            <a:xfrm>
              <a:off x="3187579" y="5328877"/>
              <a:ext cx="1722853" cy="99600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Cảm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biến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2114439-ECCF-44A3-953C-C040ACEAE487}"/>
                </a:ext>
              </a:extLst>
            </p:cNvPr>
            <p:cNvSpPr/>
            <p:nvPr/>
          </p:nvSpPr>
          <p:spPr>
            <a:xfrm>
              <a:off x="5617535" y="5328877"/>
              <a:ext cx="1743383" cy="9959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Truyền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dữ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liệu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server</a:t>
              </a: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DC0EB81-1C9F-4CBA-8F41-75080064FE4F}"/>
                </a:ext>
              </a:extLst>
            </p:cNvPr>
            <p:cNvSpPr/>
            <p:nvPr/>
          </p:nvSpPr>
          <p:spPr>
            <a:xfrm>
              <a:off x="8068021" y="5328877"/>
              <a:ext cx="1743383" cy="9959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Hiển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thị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dữ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liệu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ng</a:t>
              </a:r>
              <a:r>
                <a:rPr lang="vi-VN">
                  <a:latin typeface="Times New Roman" panose="02020603050405020304" pitchFamily="18" charset="0"/>
                  <a:cs typeface="Times New Roman" panose="02020603050405020304" pitchFamily="18" charset="0"/>
                </a:rPr>
                <a:t>ư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ời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dùng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C2A27E03-9FF4-4A92-88F6-FE287F77D1CD}"/>
                </a:ext>
              </a:extLst>
            </p:cNvPr>
            <p:cNvCxnSpPr>
              <a:stCxn id="121" idx="3"/>
              <a:endCxn id="122" idx="1"/>
            </p:cNvCxnSpPr>
            <p:nvPr/>
          </p:nvCxnSpPr>
          <p:spPr>
            <a:xfrm flipV="1">
              <a:off x="2547382" y="5826878"/>
              <a:ext cx="640197" cy="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04DD8901-B851-4DC1-B2B8-E17C331AFE69}"/>
                </a:ext>
              </a:extLst>
            </p:cNvPr>
            <p:cNvCxnSpPr>
              <a:stCxn id="122" idx="3"/>
              <a:endCxn id="123" idx="1"/>
            </p:cNvCxnSpPr>
            <p:nvPr/>
          </p:nvCxnSpPr>
          <p:spPr>
            <a:xfrm flipV="1">
              <a:off x="4910432" y="5826867"/>
              <a:ext cx="707103" cy="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AF9F0C15-391E-46E4-A2F5-B9833D84F441}"/>
                </a:ext>
              </a:extLst>
            </p:cNvPr>
            <p:cNvCxnSpPr>
              <a:stCxn id="123" idx="3"/>
              <a:endCxn id="126" idx="1"/>
            </p:cNvCxnSpPr>
            <p:nvPr/>
          </p:nvCxnSpPr>
          <p:spPr>
            <a:xfrm>
              <a:off x="7360918" y="5826867"/>
              <a:ext cx="7071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1312706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C9914915-C8E1-4AAC-A239-7B0FAAC0339D}"/>
              </a:ext>
            </a:extLst>
          </p:cNvPr>
          <p:cNvGrpSpPr/>
          <p:nvPr/>
        </p:nvGrpSpPr>
        <p:grpSpPr>
          <a:xfrm>
            <a:off x="92452" y="684064"/>
            <a:ext cx="6758290" cy="5135978"/>
            <a:chOff x="92452" y="684064"/>
            <a:chExt cx="6758290" cy="513597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CEDBC95-5BFE-4961-A7F5-8BD9CBD1B0E7}"/>
                </a:ext>
              </a:extLst>
            </p:cNvPr>
            <p:cNvGrpSpPr/>
            <p:nvPr/>
          </p:nvGrpSpPr>
          <p:grpSpPr>
            <a:xfrm>
              <a:off x="92452" y="684064"/>
              <a:ext cx="6758290" cy="3314464"/>
              <a:chOff x="-38176" y="2701550"/>
              <a:chExt cx="6758290" cy="33144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E34A4C-B59C-403A-8F9E-E6D15C58790C}"/>
                  </a:ext>
                </a:extLst>
              </p:cNvPr>
              <p:cNvSpPr/>
              <p:nvPr/>
            </p:nvSpPr>
            <p:spPr>
              <a:xfrm>
                <a:off x="-38176" y="2701550"/>
                <a:ext cx="2611940" cy="96740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Oxit</a:t>
                </a:r>
                <a:r>
                  <a:rPr lang="en-US"/>
                  <a:t> </a:t>
                </a:r>
                <a:r>
                  <a:rPr lang="en-US" err="1"/>
                  <a:t>bán</a:t>
                </a:r>
                <a:r>
                  <a:rPr lang="en-US"/>
                  <a:t> </a:t>
                </a:r>
                <a:r>
                  <a:rPr lang="en-US" err="1"/>
                  <a:t>dẫn</a:t>
                </a:r>
                <a:r>
                  <a:rPr lang="en-US"/>
                  <a:t> (</a:t>
                </a:r>
                <a:r>
                  <a:rPr lang="en-US" err="1"/>
                  <a:t>ZnO</a:t>
                </a:r>
                <a:r>
                  <a:rPr lang="en-US"/>
                  <a:t>, SnO</a:t>
                </a:r>
                <a:r>
                  <a:rPr lang="en-US" sz="1600"/>
                  <a:t>2,</a:t>
                </a:r>
                <a:r>
                  <a:rPr lang="en-US"/>
                  <a:t> WO</a:t>
                </a:r>
                <a:r>
                  <a:rPr lang="en-US" sz="1600"/>
                  <a:t>3</a:t>
                </a:r>
                <a:r>
                  <a:rPr lang="en-US"/>
                  <a:t>,…)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BED3240E-F1EA-4471-B9A6-FF754091A6C3}"/>
                  </a:ext>
                </a:extLst>
              </p:cNvPr>
              <p:cNvCxnSpPr>
                <a:cxnSpLocks/>
                <a:stCxn id="4" idx="3"/>
                <a:endCxn id="7" idx="1"/>
              </p:cNvCxnSpPr>
              <p:nvPr/>
            </p:nvCxnSpPr>
            <p:spPr>
              <a:xfrm>
                <a:off x="2573764" y="3185254"/>
                <a:ext cx="153441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CB065D9-17D3-4765-B5BE-F88B9727D35B}"/>
                  </a:ext>
                </a:extLst>
              </p:cNvPr>
              <p:cNvSpPr/>
              <p:nvPr/>
            </p:nvSpPr>
            <p:spPr>
              <a:xfrm>
                <a:off x="4108174" y="2701550"/>
                <a:ext cx="2611940" cy="9674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Hấp</a:t>
                </a:r>
                <a:r>
                  <a:rPr lang="en-US"/>
                  <a:t> </a:t>
                </a:r>
                <a:r>
                  <a:rPr lang="en-US" err="1"/>
                  <a:t>thụ</a:t>
                </a:r>
                <a:r>
                  <a:rPr lang="en-US"/>
                  <a:t> </a:t>
                </a:r>
                <a:r>
                  <a:rPr lang="en-US" err="1"/>
                  <a:t>và</a:t>
                </a:r>
                <a:r>
                  <a:rPr lang="en-US"/>
                  <a:t> </a:t>
                </a:r>
                <a:r>
                  <a:rPr lang="en-US" err="1"/>
                  <a:t>khuếch</a:t>
                </a:r>
                <a:r>
                  <a:rPr lang="en-US"/>
                  <a:t> </a:t>
                </a:r>
                <a:r>
                  <a:rPr lang="en-US" err="1"/>
                  <a:t>tán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khí</a:t>
                </a:r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43D010-63E2-4094-8FFA-57EF02D9B6C5}"/>
                  </a:ext>
                </a:extLst>
              </p:cNvPr>
              <p:cNvSpPr txBox="1"/>
              <p:nvPr/>
            </p:nvSpPr>
            <p:spPr>
              <a:xfrm>
                <a:off x="2777248" y="2862088"/>
                <a:ext cx="131799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/>
                  <a:t>Gia </a:t>
                </a:r>
                <a:r>
                  <a:rPr lang="en-US" err="1"/>
                  <a:t>nhiệt</a:t>
                </a:r>
                <a:endParaRPr lang="en-US"/>
              </a:p>
              <a:p>
                <a:pPr algn="ctr"/>
                <a:r>
                  <a:rPr lang="en-US"/>
                  <a:t>200 - 300°C 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7FA626-8F15-4C05-8541-375D53A63EA6}"/>
                  </a:ext>
                </a:extLst>
              </p:cNvPr>
              <p:cNvSpPr/>
              <p:nvPr/>
            </p:nvSpPr>
            <p:spPr>
              <a:xfrm>
                <a:off x="-38175" y="5035163"/>
                <a:ext cx="2611939" cy="96740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Tính</a:t>
                </a:r>
                <a:r>
                  <a:rPr lang="en-US"/>
                  <a:t> </a:t>
                </a:r>
                <a:r>
                  <a:rPr lang="en-US" err="1"/>
                  <a:t>chất</a:t>
                </a:r>
                <a:r>
                  <a:rPr lang="en-US"/>
                  <a:t> </a:t>
                </a:r>
                <a:r>
                  <a:rPr lang="en-US" err="1"/>
                  <a:t>điện</a:t>
                </a:r>
                <a:r>
                  <a:rPr lang="en-US"/>
                  <a:t> </a:t>
                </a:r>
                <a:r>
                  <a:rPr lang="en-US" err="1"/>
                  <a:t>của</a:t>
                </a:r>
                <a:r>
                  <a:rPr lang="en-US"/>
                  <a:t> </a:t>
                </a:r>
                <a:r>
                  <a:rPr lang="en-US" err="1"/>
                  <a:t>cảm</a:t>
                </a:r>
                <a:r>
                  <a:rPr lang="en-US"/>
                  <a:t> </a:t>
                </a:r>
                <a:r>
                  <a:rPr lang="en-US" err="1"/>
                  <a:t>biến</a:t>
                </a:r>
                <a:r>
                  <a:rPr lang="en-US"/>
                  <a:t> </a:t>
                </a:r>
                <a:r>
                  <a:rPr lang="en-US" err="1"/>
                  <a:t>thay</a:t>
                </a:r>
                <a:r>
                  <a:rPr lang="en-US"/>
                  <a:t> </a:t>
                </a:r>
                <a:r>
                  <a:rPr lang="en-US" err="1"/>
                  <a:t>đổi</a:t>
                </a:r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A477B21-CE8E-4DFC-A7AB-5BC822FC1002}"/>
                  </a:ext>
                </a:extLst>
              </p:cNvPr>
              <p:cNvSpPr/>
              <p:nvPr/>
            </p:nvSpPr>
            <p:spPr>
              <a:xfrm>
                <a:off x="4095238" y="5048612"/>
                <a:ext cx="2611940" cy="96740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Phản</a:t>
                </a:r>
                <a:r>
                  <a:rPr lang="en-US"/>
                  <a:t> </a:t>
                </a:r>
                <a:r>
                  <a:rPr lang="en-US" err="1"/>
                  <a:t>ứng</a:t>
                </a:r>
                <a:r>
                  <a:rPr lang="en-US"/>
                  <a:t> </a:t>
                </a:r>
                <a:r>
                  <a:rPr lang="en-US" err="1"/>
                  <a:t>của</a:t>
                </a:r>
                <a:r>
                  <a:rPr lang="en-US"/>
                  <a:t> </a:t>
                </a:r>
                <a:r>
                  <a:rPr lang="en-US" err="1"/>
                  <a:t>các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khí</a:t>
                </a:r>
                <a:r>
                  <a:rPr lang="en-US"/>
                  <a:t> </a:t>
                </a:r>
                <a:r>
                  <a:rPr lang="en-US" err="1"/>
                  <a:t>dò</a:t>
                </a:r>
                <a:r>
                  <a:rPr lang="en-US"/>
                  <a:t> </a:t>
                </a:r>
                <a:r>
                  <a:rPr lang="en-US" err="1"/>
                  <a:t>và</a:t>
                </a:r>
                <a:r>
                  <a:rPr lang="en-US"/>
                  <a:t> </a:t>
                </a:r>
                <a:r>
                  <a:rPr lang="en-US" err="1"/>
                  <a:t>các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bị</a:t>
                </a:r>
                <a:r>
                  <a:rPr lang="en-US"/>
                  <a:t> </a:t>
                </a:r>
                <a:r>
                  <a:rPr lang="en-US" err="1"/>
                  <a:t>hấp</a:t>
                </a:r>
                <a:r>
                  <a:rPr lang="en-US"/>
                  <a:t> </a:t>
                </a:r>
                <a:r>
                  <a:rPr lang="en-US" err="1"/>
                  <a:t>thụ</a:t>
                </a:r>
                <a:endParaRPr lang="en-US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D124BEA-9A06-4D6C-AC07-12B990C55A09}"/>
                  </a:ext>
                </a:extLst>
              </p:cNvPr>
              <p:cNvCxnSpPr>
                <a:cxnSpLocks/>
                <a:stCxn id="7" idx="2"/>
                <a:endCxn id="13" idx="0"/>
              </p:cNvCxnSpPr>
              <p:nvPr/>
            </p:nvCxnSpPr>
            <p:spPr>
              <a:xfrm flipH="1">
                <a:off x="5401208" y="3668957"/>
                <a:ext cx="12936" cy="137965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C96ECC3-02EA-4563-A7A1-C910888419B0}"/>
                  </a:ext>
                </a:extLst>
              </p:cNvPr>
              <p:cNvSpPr txBox="1"/>
              <p:nvPr/>
            </p:nvSpPr>
            <p:spPr>
              <a:xfrm rot="5400000">
                <a:off x="4765456" y="4011089"/>
                <a:ext cx="127150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err="1"/>
                  <a:t>Nhiệt</a:t>
                </a:r>
                <a:r>
                  <a:rPr lang="en-US"/>
                  <a:t> </a:t>
                </a:r>
                <a:r>
                  <a:rPr lang="en-US" err="1"/>
                  <a:t>độ</a:t>
                </a:r>
                <a:r>
                  <a:rPr lang="en-US"/>
                  <a:t> </a:t>
                </a:r>
              </a:p>
              <a:p>
                <a:pPr algn="ctr"/>
                <a:r>
                  <a:rPr lang="en-US" err="1"/>
                  <a:t>môi</a:t>
                </a:r>
                <a:r>
                  <a:rPr lang="en-US"/>
                  <a:t> tr</a:t>
                </a:r>
                <a:r>
                  <a:rPr lang="vi-VN"/>
                  <a:t>ư</a:t>
                </a:r>
                <a:r>
                  <a:rPr lang="en-US" err="1"/>
                  <a:t>ờng</a:t>
                </a:r>
                <a:endParaRPr lang="en-US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AFB1EF4-8875-4726-B80C-E02DFCD8050F}"/>
                  </a:ext>
                </a:extLst>
              </p:cNvPr>
              <p:cNvCxnSpPr>
                <a:cxnSpLocks/>
                <a:stCxn id="13" idx="1"/>
                <a:endCxn id="11" idx="3"/>
              </p:cNvCxnSpPr>
              <p:nvPr/>
            </p:nvCxnSpPr>
            <p:spPr>
              <a:xfrm flipH="1" flipV="1">
                <a:off x="2573764" y="5518867"/>
                <a:ext cx="1521474" cy="134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B2A7AC7-CB6E-4E16-8BCF-E485C2F02647}"/>
                </a:ext>
              </a:extLst>
            </p:cNvPr>
            <p:cNvSpPr/>
            <p:nvPr/>
          </p:nvSpPr>
          <p:spPr>
            <a:xfrm>
              <a:off x="97817" y="4852634"/>
              <a:ext cx="2611940" cy="9674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Thay</a:t>
              </a:r>
              <a:r>
                <a:rPr lang="en-US"/>
                <a:t> </a:t>
              </a:r>
              <a:r>
                <a:rPr lang="en-US" err="1"/>
                <a:t>đổi</a:t>
              </a:r>
              <a:r>
                <a:rPr lang="en-US"/>
                <a:t> </a:t>
              </a:r>
              <a:r>
                <a:rPr lang="en-US" err="1"/>
                <a:t>tín</a:t>
              </a:r>
              <a:r>
                <a:rPr lang="en-US"/>
                <a:t> </a:t>
              </a:r>
              <a:r>
                <a:rPr lang="en-US" err="1"/>
                <a:t>hiệu</a:t>
              </a:r>
              <a:r>
                <a:rPr lang="en-US"/>
                <a:t> </a:t>
              </a:r>
              <a:r>
                <a:rPr lang="en-US" err="1"/>
                <a:t>nhận</a:t>
              </a:r>
              <a:r>
                <a:rPr lang="en-US"/>
                <a:t> </a:t>
              </a:r>
              <a:r>
                <a:rPr lang="en-US" err="1"/>
                <a:t>của</a:t>
              </a:r>
              <a:r>
                <a:rPr lang="en-US"/>
                <a:t> </a:t>
              </a:r>
              <a:r>
                <a:rPr lang="en-US" err="1"/>
                <a:t>cảm</a:t>
              </a:r>
              <a:r>
                <a:rPr lang="en-US"/>
                <a:t> </a:t>
              </a:r>
              <a:r>
                <a:rPr lang="en-US" err="1"/>
                <a:t>biến</a:t>
              </a:r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87D5362-4FC5-4DEF-BD4E-D421487A94BA}"/>
                </a:ext>
              </a:extLst>
            </p:cNvPr>
            <p:cNvSpPr/>
            <p:nvPr/>
          </p:nvSpPr>
          <p:spPr>
            <a:xfrm>
              <a:off x="4238802" y="4850748"/>
              <a:ext cx="2611940" cy="9674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Thiết</a:t>
              </a:r>
              <a:r>
                <a:rPr lang="en-US"/>
                <a:t> </a:t>
              </a:r>
              <a:r>
                <a:rPr lang="en-US" err="1"/>
                <a:t>bị</a:t>
              </a:r>
              <a:r>
                <a:rPr lang="en-US"/>
                <a:t> </a:t>
              </a:r>
              <a:r>
                <a:rPr lang="en-US" err="1"/>
                <a:t>ngoại</a:t>
              </a:r>
              <a:r>
                <a:rPr lang="en-US"/>
                <a:t> vi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EC4EE51-FF96-4863-9D38-742BE33C79B7}"/>
                </a:ext>
              </a:extLst>
            </p:cNvPr>
            <p:cNvCxnSpPr>
              <a:cxnSpLocks/>
              <a:stCxn id="11" idx="2"/>
              <a:endCxn id="23" idx="0"/>
            </p:cNvCxnSpPr>
            <p:nvPr/>
          </p:nvCxnSpPr>
          <p:spPr>
            <a:xfrm>
              <a:off x="1398423" y="3985085"/>
              <a:ext cx="5364" cy="867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2417517-2A6C-4C27-94F5-AE535EE6C6A0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>
            <a:xfrm flipV="1">
              <a:off x="2709757" y="5334452"/>
              <a:ext cx="1529045" cy="18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4774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EFB9DA2-5852-440D-8D01-2D8DF0FF7BBE}"/>
              </a:ext>
            </a:extLst>
          </p:cNvPr>
          <p:cNvGrpSpPr/>
          <p:nvPr/>
        </p:nvGrpSpPr>
        <p:grpSpPr>
          <a:xfrm>
            <a:off x="174172" y="857794"/>
            <a:ext cx="10806112" cy="4670697"/>
            <a:chOff x="174172" y="857794"/>
            <a:chExt cx="10806112" cy="4670697"/>
          </a:xfrm>
        </p:grpSpPr>
        <p:sp>
          <p:nvSpPr>
            <p:cNvPr id="2" name="Cloud 1">
              <a:extLst>
                <a:ext uri="{FF2B5EF4-FFF2-40B4-BE49-F238E27FC236}">
                  <a16:creationId xmlns:a16="http://schemas.microsoft.com/office/drawing/2014/main" id="{B4E68A36-4025-457B-B878-164D94EF19D8}"/>
                </a:ext>
              </a:extLst>
            </p:cNvPr>
            <p:cNvSpPr/>
            <p:nvPr/>
          </p:nvSpPr>
          <p:spPr>
            <a:xfrm rot="1017833">
              <a:off x="3535812" y="857794"/>
              <a:ext cx="5378163" cy="4670697"/>
            </a:xfrm>
            <a:prstGeom prst="cloud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A89DC20E-2E99-4D54-8B8C-2F5D787E08E3}"/>
                </a:ext>
              </a:extLst>
            </p:cNvPr>
            <p:cNvSpPr/>
            <p:nvPr/>
          </p:nvSpPr>
          <p:spPr>
            <a:xfrm>
              <a:off x="362857" y="1567543"/>
              <a:ext cx="2061029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r>
                <a:rPr lang="en-US"/>
                <a:t> </a:t>
              </a:r>
              <a:r>
                <a:rPr lang="en-US" err="1"/>
                <a:t>cảm</a:t>
              </a:r>
              <a:r>
                <a:rPr lang="en-US"/>
                <a:t> </a:t>
              </a:r>
              <a:r>
                <a:rPr lang="en-US" err="1"/>
                <a:t>biến</a:t>
              </a:r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35462D81-C94F-4FA2-847D-21BCDCC675FB}"/>
                </a:ext>
              </a:extLst>
            </p:cNvPr>
            <p:cNvSpPr/>
            <p:nvPr/>
          </p:nvSpPr>
          <p:spPr>
            <a:xfrm>
              <a:off x="362857" y="2801257"/>
              <a:ext cx="2061029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Trạng</a:t>
              </a:r>
              <a:r>
                <a:rPr lang="en-US"/>
                <a:t> </a:t>
              </a:r>
              <a:r>
                <a:rPr lang="en-US" err="1"/>
                <a:t>thái</a:t>
              </a:r>
              <a:r>
                <a:rPr lang="en-US"/>
                <a:t> </a:t>
              </a:r>
              <a:r>
                <a:rPr lang="en-US" err="1"/>
                <a:t>truyền</a:t>
              </a:r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A5617D0C-4760-4CE1-9FDE-05A5CDB9073A}"/>
                </a:ext>
              </a:extLst>
            </p:cNvPr>
            <p:cNvSpPr/>
            <p:nvPr/>
          </p:nvSpPr>
          <p:spPr>
            <a:xfrm flipH="1">
              <a:off x="3705101" y="3362772"/>
              <a:ext cx="1654629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Đọc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223A08F-A86F-48B7-B55E-2E7FEBD9FC70}"/>
                </a:ext>
              </a:extLst>
            </p:cNvPr>
            <p:cNvSpPr/>
            <p:nvPr/>
          </p:nvSpPr>
          <p:spPr>
            <a:xfrm rot="16200000">
              <a:off x="1394004" y="2669876"/>
              <a:ext cx="3251201" cy="104653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ESP8266 – IOT WIFI UNO </a:t>
              </a: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D5F565B-7B98-4698-86A5-364D55FD34A5}"/>
                </a:ext>
              </a:extLst>
            </p:cNvPr>
            <p:cNvSpPr/>
            <p:nvPr/>
          </p:nvSpPr>
          <p:spPr>
            <a:xfrm>
              <a:off x="3836893" y="2180045"/>
              <a:ext cx="1560286" cy="928914"/>
            </a:xfrm>
            <a:prstGeom prst="rightArrow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Viết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A120B511-C57F-4CCA-A23A-03D47F43BFEA}"/>
                </a:ext>
              </a:extLst>
            </p:cNvPr>
            <p:cNvSpPr/>
            <p:nvPr/>
          </p:nvSpPr>
          <p:spPr>
            <a:xfrm flipH="1">
              <a:off x="174172" y="4034971"/>
              <a:ext cx="2249714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Lệnh</a:t>
              </a:r>
              <a:r>
                <a:rPr lang="en-US"/>
                <a:t> </a:t>
              </a:r>
              <a:r>
                <a:rPr lang="en-US" err="1"/>
                <a:t>truyền</a:t>
              </a:r>
              <a:r>
                <a:rPr lang="en-US"/>
                <a:t> </a:t>
              </a:r>
              <a:r>
                <a:rPr lang="en-US" err="1"/>
                <a:t>động</a:t>
              </a:r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069B90-2A78-4DC8-A1F3-16F01FF67DCC}"/>
                </a:ext>
              </a:extLst>
            </p:cNvPr>
            <p:cNvSpPr/>
            <p:nvPr/>
          </p:nvSpPr>
          <p:spPr>
            <a:xfrm>
              <a:off x="5460410" y="2149988"/>
              <a:ext cx="1654625" cy="92891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Kênh</a:t>
              </a:r>
              <a:r>
                <a:rPr lang="en-US"/>
                <a:t> </a:t>
              </a:r>
              <a:r>
                <a:rPr lang="en-US" err="1"/>
                <a:t>trạng</a:t>
              </a:r>
              <a:r>
                <a:rPr lang="en-US"/>
                <a:t> </a:t>
              </a:r>
              <a:r>
                <a:rPr lang="en-US" err="1"/>
                <a:t>thái</a:t>
              </a:r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FCE107-70D3-437A-82C1-C1566317DB2A}"/>
                </a:ext>
              </a:extLst>
            </p:cNvPr>
            <p:cNvSpPr/>
            <p:nvPr/>
          </p:nvSpPr>
          <p:spPr>
            <a:xfrm>
              <a:off x="5512610" y="3351161"/>
              <a:ext cx="1654625" cy="92891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Kênh</a:t>
              </a:r>
              <a:r>
                <a:rPr lang="en-US"/>
                <a:t> </a:t>
              </a:r>
              <a:r>
                <a:rPr lang="en-US" err="1"/>
                <a:t>truyền</a:t>
              </a:r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84D42CF-AEBB-4089-9794-A0918B820CFD}"/>
                </a:ext>
              </a:extLst>
            </p:cNvPr>
            <p:cNvSpPr/>
            <p:nvPr/>
          </p:nvSpPr>
          <p:spPr>
            <a:xfrm flipH="1">
              <a:off x="7194584" y="3351161"/>
              <a:ext cx="1654629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Viết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8BACEBBB-E100-4A25-BD05-B9A0778B305F}"/>
                </a:ext>
              </a:extLst>
            </p:cNvPr>
            <p:cNvSpPr/>
            <p:nvPr/>
          </p:nvSpPr>
          <p:spPr>
            <a:xfrm>
              <a:off x="7259819" y="2073905"/>
              <a:ext cx="1560286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Đọc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5E687832-5AD6-430F-9645-56AAA943A509}"/>
                </a:ext>
              </a:extLst>
            </p:cNvPr>
            <p:cNvSpPr/>
            <p:nvPr/>
          </p:nvSpPr>
          <p:spPr>
            <a:xfrm flipH="1">
              <a:off x="10128200" y="3427244"/>
              <a:ext cx="757740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76253838-E987-4A22-97F3-2DD58438ECD2}"/>
                </a:ext>
              </a:extLst>
            </p:cNvPr>
            <p:cNvSpPr/>
            <p:nvPr/>
          </p:nvSpPr>
          <p:spPr>
            <a:xfrm>
              <a:off x="10222544" y="2149988"/>
              <a:ext cx="757740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E5737CD-B2F1-48B5-8701-1F2A033F4E20}"/>
                </a:ext>
              </a:extLst>
            </p:cNvPr>
            <p:cNvSpPr/>
            <p:nvPr/>
          </p:nvSpPr>
          <p:spPr>
            <a:xfrm rot="16200000">
              <a:off x="7852752" y="2669877"/>
              <a:ext cx="3251201" cy="104653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Giao</a:t>
              </a:r>
              <a:r>
                <a:rPr lang="en-US"/>
                <a:t> </a:t>
              </a:r>
              <a:r>
                <a:rPr lang="en-US" err="1"/>
                <a:t>diện</a:t>
              </a:r>
              <a:r>
                <a:rPr lang="en-US"/>
                <a:t> ng</a:t>
              </a:r>
              <a:r>
                <a:rPr lang="vi-VN"/>
                <a:t>ư</a:t>
              </a:r>
              <a:r>
                <a:rPr lang="en-US" err="1"/>
                <a:t>ời</a:t>
              </a:r>
              <a:r>
                <a:rPr lang="en-US"/>
                <a:t> </a:t>
              </a:r>
              <a:r>
                <a:rPr lang="en-US" err="1"/>
                <a:t>dùng</a:t>
              </a:r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BDB449-559C-4490-91F8-982BEFDFD392}"/>
                </a:ext>
              </a:extLst>
            </p:cNvPr>
            <p:cNvSpPr txBox="1"/>
            <p:nvPr/>
          </p:nvSpPr>
          <p:spPr>
            <a:xfrm>
              <a:off x="4981923" y="1613505"/>
              <a:ext cx="25341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ThingSpeak.com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8160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DA568649-7D19-491A-830B-F65557872492}"/>
              </a:ext>
            </a:extLst>
          </p:cNvPr>
          <p:cNvGrpSpPr/>
          <p:nvPr/>
        </p:nvGrpSpPr>
        <p:grpSpPr>
          <a:xfrm>
            <a:off x="1162190" y="217599"/>
            <a:ext cx="10301115" cy="6110474"/>
            <a:chOff x="1162190" y="217599"/>
            <a:chExt cx="10301115" cy="611047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03708F-6A75-491D-97F4-2BB9208F0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3562" y="5042098"/>
              <a:ext cx="1219941" cy="121994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4819CB4-EFAF-49A7-9B80-16AF2DA27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03503" y="5042099"/>
              <a:ext cx="1219941" cy="121994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C56877D-38A1-4BE8-85CB-4B000E6E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62632" y="5036400"/>
              <a:ext cx="1225639" cy="122563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1B7EAAB-78E9-4DDD-8780-938D62FF4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23444" y="5042098"/>
              <a:ext cx="1219942" cy="1219942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EBB0FF-DAC5-4E8D-B4D0-B2A648FE0A14}"/>
                </a:ext>
              </a:extLst>
            </p:cNvPr>
            <p:cNvSpPr/>
            <p:nvPr/>
          </p:nvSpPr>
          <p:spPr>
            <a:xfrm>
              <a:off x="6752158" y="1845976"/>
              <a:ext cx="4711147" cy="2560967"/>
            </a:xfrm>
            <a:prstGeom prst="rect">
              <a:avLst/>
            </a:prstGeom>
            <a:ln>
              <a:prstDash val="lg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tx1"/>
                  </a:solidFill>
                  <a:prstDash val="sysDash"/>
                </a:ln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FA19DFD-95BC-489E-83FD-C8C2C063B365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32" y="4511598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3FEDD43-9A19-4D33-8272-6E22B84AC768}"/>
                </a:ext>
              </a:extLst>
            </p:cNvPr>
            <p:cNvCxnSpPr>
              <a:cxnSpLocks/>
              <a:stCxn id="12" idx="1"/>
              <a:endCxn id="35" idx="1"/>
            </p:cNvCxnSpPr>
            <p:nvPr/>
          </p:nvCxnSpPr>
          <p:spPr>
            <a:xfrm rot="10800000">
              <a:off x="5439844" y="2475434"/>
              <a:ext cx="1312314" cy="651027"/>
            </a:xfrm>
            <a:prstGeom prst="bentConnector2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24E7F1B-CFCB-4114-9981-A25BEF711C99}"/>
                </a:ext>
              </a:extLst>
            </p:cNvPr>
            <p:cNvSpPr/>
            <p:nvPr/>
          </p:nvSpPr>
          <p:spPr>
            <a:xfrm>
              <a:off x="4392922" y="1607438"/>
              <a:ext cx="2093844" cy="868920"/>
            </a:xfrm>
            <a:prstGeom prst="clou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373D7C6-BB63-4B0B-B376-E7AFEB8306F1}"/>
                </a:ext>
              </a:extLst>
            </p:cNvPr>
            <p:cNvCxnSpPr>
              <a:cxnSpLocks/>
              <a:stCxn id="35" idx="3"/>
              <a:endCxn id="41" idx="3"/>
            </p:cNvCxnSpPr>
            <p:nvPr/>
          </p:nvCxnSpPr>
          <p:spPr>
            <a:xfrm rot="16200000" flipV="1">
              <a:off x="4670263" y="887538"/>
              <a:ext cx="492241" cy="1046922"/>
            </a:xfrm>
            <a:prstGeom prst="bentConnector2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1AEB24-DA91-4392-A53E-13B0F7007C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2190" y="534713"/>
              <a:ext cx="3230732" cy="126033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45" name="Cloud 44">
              <a:extLst>
                <a:ext uri="{FF2B5EF4-FFF2-40B4-BE49-F238E27FC236}">
                  <a16:creationId xmlns:a16="http://schemas.microsoft.com/office/drawing/2014/main" id="{6D2FB61F-A431-44AC-BD16-5489106B3AB1}"/>
                </a:ext>
              </a:extLst>
            </p:cNvPr>
            <p:cNvSpPr/>
            <p:nvPr/>
          </p:nvSpPr>
          <p:spPr>
            <a:xfrm>
              <a:off x="2132810" y="2512149"/>
              <a:ext cx="2093844" cy="868920"/>
            </a:xfrm>
            <a:prstGeom prst="clou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9066014B-E5EF-46FD-A343-17791C45A0B0}"/>
                </a:ext>
              </a:extLst>
            </p:cNvPr>
            <p:cNvCxnSpPr>
              <a:cxnSpLocks/>
              <a:stCxn id="41" idx="2"/>
              <a:endCxn id="45" idx="3"/>
            </p:cNvCxnSpPr>
            <p:nvPr/>
          </p:nvCxnSpPr>
          <p:spPr>
            <a:xfrm rot="16200000" flipH="1">
              <a:off x="2595251" y="1977348"/>
              <a:ext cx="766787" cy="402176"/>
            </a:xfrm>
            <a:prstGeom prst="bentConnector3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E60736D-F25C-455B-8DEE-901FA3F8C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4926" y="4611799"/>
              <a:ext cx="1716274" cy="1716274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C1C6072-CA42-4FB0-8876-179EA1B47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2190" y="4611800"/>
              <a:ext cx="1797808" cy="1711488"/>
            </a:xfrm>
            <a:prstGeom prst="rect">
              <a:avLst/>
            </a:prstGeom>
          </p:spPr>
        </p:pic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083258E2-B3AF-449A-ADE0-550BA13DEF8E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 rot="5400000">
              <a:off x="1760329" y="3645376"/>
              <a:ext cx="1267190" cy="665659"/>
            </a:xfrm>
            <a:prstGeom prst="bentConnector3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391537D6-AE30-4132-83E8-668754C7F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0690" y="229427"/>
              <a:ext cx="1219392" cy="1219392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0611E3F-1003-4F53-B856-6FBFDDDAC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9508" y="217599"/>
              <a:ext cx="1219397" cy="1219397"/>
            </a:xfrm>
            <a:prstGeom prst="rect">
              <a:avLst/>
            </a:prstGeom>
          </p:spPr>
        </p:pic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04690688-CD6E-4D0A-93E0-CF33A449250F}"/>
                </a:ext>
              </a:extLst>
            </p:cNvPr>
            <p:cNvCxnSpPr>
              <a:cxnSpLocks/>
            </p:cNvCxnSpPr>
            <p:nvPr/>
          </p:nvCxnSpPr>
          <p:spPr>
            <a:xfrm>
              <a:off x="7175450" y="4493436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A1AA448B-E5A7-471D-9C0E-62A43542A7D6}"/>
                </a:ext>
              </a:extLst>
            </p:cNvPr>
            <p:cNvCxnSpPr>
              <a:cxnSpLocks/>
            </p:cNvCxnSpPr>
            <p:nvPr/>
          </p:nvCxnSpPr>
          <p:spPr>
            <a:xfrm>
              <a:off x="10797441" y="4508578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B850EE4-DF9B-4234-88C6-1027F83EE398}"/>
                </a:ext>
              </a:extLst>
            </p:cNvPr>
            <p:cNvCxnSpPr>
              <a:cxnSpLocks/>
            </p:cNvCxnSpPr>
            <p:nvPr/>
          </p:nvCxnSpPr>
          <p:spPr>
            <a:xfrm>
              <a:off x="9579359" y="4490416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5BF0E98D-3ECD-4481-B818-FAE12B9CE247}"/>
                </a:ext>
              </a:extLst>
            </p:cNvPr>
            <p:cNvCxnSpPr>
              <a:cxnSpLocks/>
            </p:cNvCxnSpPr>
            <p:nvPr/>
          </p:nvCxnSpPr>
          <p:spPr>
            <a:xfrm>
              <a:off x="9999206" y="1351827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1E13DA0-867D-45FA-AB66-D0E92F156B3B}"/>
                </a:ext>
              </a:extLst>
            </p:cNvPr>
            <p:cNvCxnSpPr>
              <a:cxnSpLocks/>
            </p:cNvCxnSpPr>
            <p:nvPr/>
          </p:nvCxnSpPr>
          <p:spPr>
            <a:xfrm>
              <a:off x="8131041" y="1348604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7F75AC39-78B8-4CE8-819D-5580E5DE0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7564" y="1975434"/>
              <a:ext cx="4011195" cy="2302050"/>
            </a:xfrm>
            <a:prstGeom prst="rect">
              <a:avLst/>
            </a:prstGeom>
          </p:spPr>
        </p:pic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8C38AA7-31F6-48B8-AEA7-A678CE9D1DD9}"/>
                </a:ext>
              </a:extLst>
            </p:cNvPr>
            <p:cNvCxnSpPr>
              <a:cxnSpLocks/>
              <a:endCxn id="49" idx="0"/>
            </p:cNvCxnSpPr>
            <p:nvPr/>
          </p:nvCxnSpPr>
          <p:spPr>
            <a:xfrm>
              <a:off x="3673063" y="3316932"/>
              <a:ext cx="0" cy="1294867"/>
            </a:xfrm>
            <a:prstGeom prst="straightConnector1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606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C1CAC5B-1FBC-4D4D-877E-6631CA471EB3}"/>
              </a:ext>
            </a:extLst>
          </p:cNvPr>
          <p:cNvGrpSpPr/>
          <p:nvPr/>
        </p:nvGrpSpPr>
        <p:grpSpPr>
          <a:xfrm>
            <a:off x="1837938" y="861147"/>
            <a:ext cx="6422570" cy="979714"/>
            <a:chOff x="1828800" y="2373085"/>
            <a:chExt cx="8316684" cy="200297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618D5A-05E4-4B1F-BA88-1A33E9AE7B5B}"/>
                </a:ext>
              </a:extLst>
            </p:cNvPr>
            <p:cNvSpPr/>
            <p:nvPr/>
          </p:nvSpPr>
          <p:spPr>
            <a:xfrm>
              <a:off x="1828800" y="2373086"/>
              <a:ext cx="2002971" cy="2002971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JavaScript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971A2EC-E062-4A9F-854F-0C096CBAB5CD}"/>
                </a:ext>
              </a:extLst>
            </p:cNvPr>
            <p:cNvSpPr/>
            <p:nvPr/>
          </p:nvSpPr>
          <p:spPr>
            <a:xfrm>
              <a:off x="4980214" y="2373085"/>
              <a:ext cx="2002971" cy="2002971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HTML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DF407FC-1E96-4886-AE2E-FB69258F06D3}"/>
                </a:ext>
              </a:extLst>
            </p:cNvPr>
            <p:cNvSpPr/>
            <p:nvPr/>
          </p:nvSpPr>
          <p:spPr>
            <a:xfrm>
              <a:off x="8142513" y="2373086"/>
              <a:ext cx="2002971" cy="2002971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JSX</a:t>
              </a:r>
            </a:p>
          </p:txBody>
        </p:sp>
        <p:sp>
          <p:nvSpPr>
            <p:cNvPr id="7" name="Plus Sign 6">
              <a:extLst>
                <a:ext uri="{FF2B5EF4-FFF2-40B4-BE49-F238E27FC236}">
                  <a16:creationId xmlns:a16="http://schemas.microsoft.com/office/drawing/2014/main" id="{24E79A78-0713-4174-B955-837039B20C55}"/>
                </a:ext>
              </a:extLst>
            </p:cNvPr>
            <p:cNvSpPr/>
            <p:nvPr/>
          </p:nvSpPr>
          <p:spPr>
            <a:xfrm>
              <a:off x="3831771" y="2960914"/>
              <a:ext cx="1045029" cy="1066800"/>
            </a:xfrm>
            <a:prstGeom prst="mathPlu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Equals 7">
              <a:extLst>
                <a:ext uri="{FF2B5EF4-FFF2-40B4-BE49-F238E27FC236}">
                  <a16:creationId xmlns:a16="http://schemas.microsoft.com/office/drawing/2014/main" id="{D7C0B500-584A-4789-A86F-F51C99B31A1B}"/>
                </a:ext>
              </a:extLst>
            </p:cNvPr>
            <p:cNvSpPr/>
            <p:nvPr/>
          </p:nvSpPr>
          <p:spPr>
            <a:xfrm>
              <a:off x="7086599" y="3004457"/>
              <a:ext cx="849086" cy="979714"/>
            </a:xfrm>
            <a:prstGeom prst="mathEqual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6BC1A11-BD53-4882-8336-F295298DC9FB}"/>
              </a:ext>
            </a:extLst>
          </p:cNvPr>
          <p:cNvGrpSpPr/>
          <p:nvPr/>
        </p:nvGrpSpPr>
        <p:grpSpPr>
          <a:xfrm>
            <a:off x="1522611" y="2773723"/>
            <a:ext cx="8798438" cy="3923126"/>
            <a:chOff x="533399" y="1225034"/>
            <a:chExt cx="8798438" cy="3923126"/>
          </a:xfrm>
        </p:grpSpPr>
        <p:sp>
          <p:nvSpPr>
            <p:cNvPr id="11" name="Flowchart: Terminator 10">
              <a:extLst>
                <a:ext uri="{FF2B5EF4-FFF2-40B4-BE49-F238E27FC236}">
                  <a16:creationId xmlns:a16="http://schemas.microsoft.com/office/drawing/2014/main" id="{74AEB120-8DA5-43E4-BE46-DE0E734F2D29}"/>
                </a:ext>
              </a:extLst>
            </p:cNvPr>
            <p:cNvSpPr/>
            <p:nvPr/>
          </p:nvSpPr>
          <p:spPr>
            <a:xfrm>
              <a:off x="2982687" y="1295401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2" name="Flowchart: Terminator 11">
              <a:extLst>
                <a:ext uri="{FF2B5EF4-FFF2-40B4-BE49-F238E27FC236}">
                  <a16:creationId xmlns:a16="http://schemas.microsoft.com/office/drawing/2014/main" id="{B1935940-AE9F-491F-8B5F-463C53D27110}"/>
                </a:ext>
              </a:extLst>
            </p:cNvPr>
            <p:cNvSpPr/>
            <p:nvPr/>
          </p:nvSpPr>
          <p:spPr>
            <a:xfrm>
              <a:off x="1366159" y="2590801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3" name="Flowchart: Terminator 12">
              <a:extLst>
                <a:ext uri="{FF2B5EF4-FFF2-40B4-BE49-F238E27FC236}">
                  <a16:creationId xmlns:a16="http://schemas.microsoft.com/office/drawing/2014/main" id="{8D1FC7F6-453B-43D0-9FB4-08599FBE1FD8}"/>
                </a:ext>
              </a:extLst>
            </p:cNvPr>
            <p:cNvSpPr/>
            <p:nvPr/>
          </p:nvSpPr>
          <p:spPr>
            <a:xfrm>
              <a:off x="4691744" y="2590801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61A72635-08EE-4BBD-9661-B821FBE882BC}"/>
                </a:ext>
              </a:extLst>
            </p:cNvPr>
            <p:cNvSpPr/>
            <p:nvPr/>
          </p:nvSpPr>
          <p:spPr>
            <a:xfrm>
              <a:off x="3075216" y="4049485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5" name="Flowchart: Terminator 14">
              <a:extLst>
                <a:ext uri="{FF2B5EF4-FFF2-40B4-BE49-F238E27FC236}">
                  <a16:creationId xmlns:a16="http://schemas.microsoft.com/office/drawing/2014/main" id="{0B00D19A-948F-46EC-ACF2-5AB8E311E4C9}"/>
                </a:ext>
              </a:extLst>
            </p:cNvPr>
            <p:cNvSpPr/>
            <p:nvPr/>
          </p:nvSpPr>
          <p:spPr>
            <a:xfrm>
              <a:off x="6238541" y="4033158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2C5F1FC-1FEF-4EAE-A20F-4E6785E36344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 flipH="1">
              <a:off x="2443845" y="2024743"/>
              <a:ext cx="1616528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12F1D98-62E5-47D7-9852-652FD536A3FC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4060373" y="2024743"/>
              <a:ext cx="1709057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137C37B-0784-4070-8FB6-171798129330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4152902" y="3320143"/>
              <a:ext cx="1616528" cy="7293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A45E3FD-4860-4578-8375-2C86BE19DAD1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5769430" y="3320143"/>
              <a:ext cx="1546797" cy="713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Arrow: Down 31">
              <a:extLst>
                <a:ext uri="{FF2B5EF4-FFF2-40B4-BE49-F238E27FC236}">
                  <a16:creationId xmlns:a16="http://schemas.microsoft.com/office/drawing/2014/main" id="{FE8236EB-BC68-48B6-8278-2F7765A4EA46}"/>
                </a:ext>
              </a:extLst>
            </p:cNvPr>
            <p:cNvSpPr/>
            <p:nvPr/>
          </p:nvSpPr>
          <p:spPr>
            <a:xfrm>
              <a:off x="533399" y="1785258"/>
              <a:ext cx="734788" cy="3362902"/>
            </a:xfrm>
            <a:prstGeom prst="downArrow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row: Up 32">
              <a:extLst>
                <a:ext uri="{FF2B5EF4-FFF2-40B4-BE49-F238E27FC236}">
                  <a16:creationId xmlns:a16="http://schemas.microsoft.com/office/drawing/2014/main" id="{C7CD5DFA-5DA3-409D-8AE9-4262DC4933F9}"/>
                </a:ext>
              </a:extLst>
            </p:cNvPr>
            <p:cNvSpPr/>
            <p:nvPr/>
          </p:nvSpPr>
          <p:spPr>
            <a:xfrm>
              <a:off x="8529985" y="1295401"/>
              <a:ext cx="734788" cy="3467099"/>
            </a:xfrm>
            <a:prstGeom prst="upArrow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F239BE6-E7B9-4E70-B4F0-79754B34B6E9}"/>
                </a:ext>
              </a:extLst>
            </p:cNvPr>
            <p:cNvSpPr txBox="1"/>
            <p:nvPr/>
          </p:nvSpPr>
          <p:spPr>
            <a:xfrm>
              <a:off x="631371" y="1225034"/>
              <a:ext cx="7347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Data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BB7786-A31A-4ACC-BE18-2146EAC0F31A}"/>
                </a:ext>
              </a:extLst>
            </p:cNvPr>
            <p:cNvSpPr txBox="1"/>
            <p:nvPr/>
          </p:nvSpPr>
          <p:spPr>
            <a:xfrm>
              <a:off x="8504525" y="4778827"/>
              <a:ext cx="8273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Events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781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E5096AFE-42B0-48C5-90C4-FC6458A2E0F8}"/>
              </a:ext>
            </a:extLst>
          </p:cNvPr>
          <p:cNvGrpSpPr/>
          <p:nvPr/>
        </p:nvGrpSpPr>
        <p:grpSpPr>
          <a:xfrm>
            <a:off x="417714" y="1254776"/>
            <a:ext cx="9633242" cy="3797932"/>
            <a:chOff x="417714" y="1254776"/>
            <a:chExt cx="9633242" cy="3797932"/>
          </a:xfrm>
        </p:grpSpPr>
        <p:sp>
          <p:nvSpPr>
            <p:cNvPr id="5" name="Flowchart: Terminator 4">
              <a:extLst>
                <a:ext uri="{FF2B5EF4-FFF2-40B4-BE49-F238E27FC236}">
                  <a16:creationId xmlns:a16="http://schemas.microsoft.com/office/drawing/2014/main" id="{E39BF1EF-73B4-4540-A165-BD18E14030C0}"/>
                </a:ext>
              </a:extLst>
            </p:cNvPr>
            <p:cNvSpPr/>
            <p:nvPr/>
          </p:nvSpPr>
          <p:spPr>
            <a:xfrm>
              <a:off x="2034242" y="12547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sp>
          <p:nvSpPr>
            <p:cNvPr id="6" name="Flowchart: Terminator 5">
              <a:extLst>
                <a:ext uri="{FF2B5EF4-FFF2-40B4-BE49-F238E27FC236}">
                  <a16:creationId xmlns:a16="http://schemas.microsoft.com/office/drawing/2014/main" id="{96EDF41E-1DD1-4974-9EF4-10066E103009}"/>
                </a:ext>
              </a:extLst>
            </p:cNvPr>
            <p:cNvSpPr/>
            <p:nvPr/>
          </p:nvSpPr>
          <p:spPr>
            <a:xfrm>
              <a:off x="417714" y="2550176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CD1133C-1D80-4D1B-8AC2-C8EE7CE539C2}"/>
                </a:ext>
              </a:extLst>
            </p:cNvPr>
            <p:cNvSpPr/>
            <p:nvPr/>
          </p:nvSpPr>
          <p:spPr>
            <a:xfrm>
              <a:off x="2052651" y="25501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h1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E760363-915E-45DD-B99B-8A5E27F6FDF4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981743" y="1984118"/>
              <a:ext cx="1559378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E3277B2-00BF-4497-9891-89BC5F84DCE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2541121" y="1984118"/>
              <a:ext cx="18409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Flowchart: Terminator 28">
              <a:extLst>
                <a:ext uri="{FF2B5EF4-FFF2-40B4-BE49-F238E27FC236}">
                  <a16:creationId xmlns:a16="http://schemas.microsoft.com/office/drawing/2014/main" id="{E885F1C5-1A3F-4559-A383-F9B350F48F09}"/>
                </a:ext>
              </a:extLst>
            </p:cNvPr>
            <p:cNvSpPr/>
            <p:nvPr/>
          </p:nvSpPr>
          <p:spPr>
            <a:xfrm>
              <a:off x="3394288" y="2585751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54C5FA6-FB13-42E4-957A-80D30707B789}"/>
                </a:ext>
              </a:extLst>
            </p:cNvPr>
            <p:cNvCxnSpPr>
              <a:cxnSpLocks/>
              <a:stCxn id="5" idx="2"/>
              <a:endCxn id="29" idx="0"/>
            </p:cNvCxnSpPr>
            <p:nvPr/>
          </p:nvCxnSpPr>
          <p:spPr>
            <a:xfrm>
              <a:off x="2541121" y="1984118"/>
              <a:ext cx="1417196" cy="6016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Flowchart: Terminator 32">
              <a:extLst>
                <a:ext uri="{FF2B5EF4-FFF2-40B4-BE49-F238E27FC236}">
                  <a16:creationId xmlns:a16="http://schemas.microsoft.com/office/drawing/2014/main" id="{31336C52-E8B5-48D4-9F33-563099BF84D5}"/>
                </a:ext>
              </a:extLst>
            </p:cNvPr>
            <p:cNvSpPr/>
            <p:nvPr/>
          </p:nvSpPr>
          <p:spPr>
            <a:xfrm>
              <a:off x="417714" y="3709109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“text”</a:t>
              </a:r>
            </a:p>
          </p:txBody>
        </p:sp>
        <p:sp>
          <p:nvSpPr>
            <p:cNvPr id="34" name="Flowchart: Terminator 33">
              <a:extLst>
                <a:ext uri="{FF2B5EF4-FFF2-40B4-BE49-F238E27FC236}">
                  <a16:creationId xmlns:a16="http://schemas.microsoft.com/office/drawing/2014/main" id="{284A1C74-41EB-41D0-8030-E3E84A8DB48F}"/>
                </a:ext>
              </a:extLst>
            </p:cNvPr>
            <p:cNvSpPr/>
            <p:nvPr/>
          </p:nvSpPr>
          <p:spPr>
            <a:xfrm>
              <a:off x="2052651" y="3709109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“title”</a:t>
              </a:r>
            </a:p>
          </p:txBody>
        </p:sp>
        <p:sp>
          <p:nvSpPr>
            <p:cNvPr id="35" name="Flowchart: Terminator 34">
              <a:extLst>
                <a:ext uri="{FF2B5EF4-FFF2-40B4-BE49-F238E27FC236}">
                  <a16:creationId xmlns:a16="http://schemas.microsoft.com/office/drawing/2014/main" id="{46A75DFE-F1CC-496C-A422-9EFFB28A83FA}"/>
                </a:ext>
              </a:extLst>
            </p:cNvPr>
            <p:cNvSpPr/>
            <p:nvPr/>
          </p:nvSpPr>
          <p:spPr>
            <a:xfrm>
              <a:off x="3394288" y="3744684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img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CADBC36-3989-48B4-B08D-227F0D0F01C9}"/>
                </a:ext>
              </a:extLst>
            </p:cNvPr>
            <p:cNvCxnSpPr>
              <a:cxnSpLocks/>
              <a:stCxn id="6" idx="2"/>
              <a:endCxn id="33" idx="0"/>
            </p:cNvCxnSpPr>
            <p:nvPr/>
          </p:nvCxnSpPr>
          <p:spPr>
            <a:xfrm>
              <a:off x="981743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1274ECF-BFBA-4EA6-8FB9-0A3778CBD1E3}"/>
                </a:ext>
              </a:extLst>
            </p:cNvPr>
            <p:cNvCxnSpPr>
              <a:cxnSpLocks/>
              <a:stCxn id="7" idx="2"/>
              <a:endCxn id="34" idx="0"/>
            </p:cNvCxnSpPr>
            <p:nvPr/>
          </p:nvCxnSpPr>
          <p:spPr>
            <a:xfrm>
              <a:off x="2559530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B2D42F6-8829-46A7-9407-B0083D54FB4E}"/>
                </a:ext>
              </a:extLst>
            </p:cNvPr>
            <p:cNvCxnSpPr>
              <a:cxnSpLocks/>
              <a:stCxn id="29" idx="2"/>
              <a:endCxn id="35" idx="0"/>
            </p:cNvCxnSpPr>
            <p:nvPr/>
          </p:nvCxnSpPr>
          <p:spPr>
            <a:xfrm>
              <a:off x="3958317" y="3315093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Flowchart: Terminator 44">
              <a:extLst>
                <a:ext uri="{FF2B5EF4-FFF2-40B4-BE49-F238E27FC236}">
                  <a16:creationId xmlns:a16="http://schemas.microsoft.com/office/drawing/2014/main" id="{7154EE4C-C7AF-41E9-8833-4CC102B110A4}"/>
                </a:ext>
              </a:extLst>
            </p:cNvPr>
            <p:cNvSpPr/>
            <p:nvPr/>
          </p:nvSpPr>
          <p:spPr>
            <a:xfrm>
              <a:off x="7562852" y="12547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sp>
          <p:nvSpPr>
            <p:cNvPr id="46" name="Flowchart: Terminator 45">
              <a:extLst>
                <a:ext uri="{FF2B5EF4-FFF2-40B4-BE49-F238E27FC236}">
                  <a16:creationId xmlns:a16="http://schemas.microsoft.com/office/drawing/2014/main" id="{5F5B62A6-E05F-4CDF-9579-295075AB1183}"/>
                </a:ext>
              </a:extLst>
            </p:cNvPr>
            <p:cNvSpPr/>
            <p:nvPr/>
          </p:nvSpPr>
          <p:spPr>
            <a:xfrm>
              <a:off x="5946324" y="2550176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47" name="Flowchart: Terminator 46">
              <a:extLst>
                <a:ext uri="{FF2B5EF4-FFF2-40B4-BE49-F238E27FC236}">
                  <a16:creationId xmlns:a16="http://schemas.microsoft.com/office/drawing/2014/main" id="{C5154CB9-1845-4FA0-ACFC-1FE8AE8B40D7}"/>
                </a:ext>
              </a:extLst>
            </p:cNvPr>
            <p:cNvSpPr/>
            <p:nvPr/>
          </p:nvSpPr>
          <p:spPr>
            <a:xfrm>
              <a:off x="7581261" y="25501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h1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3D4805B-2936-4841-8DF7-6B9BAE5D453D}"/>
                </a:ext>
              </a:extLst>
            </p:cNvPr>
            <p:cNvCxnSpPr>
              <a:cxnSpLocks/>
              <a:stCxn id="45" idx="2"/>
              <a:endCxn id="46" idx="0"/>
            </p:cNvCxnSpPr>
            <p:nvPr/>
          </p:nvCxnSpPr>
          <p:spPr>
            <a:xfrm flipH="1">
              <a:off x="6510353" y="1984118"/>
              <a:ext cx="1559378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7AF34D0-7C76-4F5A-B912-44CFAC100FD5}"/>
                </a:ext>
              </a:extLst>
            </p:cNvPr>
            <p:cNvCxnSpPr>
              <a:cxnSpLocks/>
              <a:stCxn id="45" idx="2"/>
              <a:endCxn id="47" idx="0"/>
            </p:cNvCxnSpPr>
            <p:nvPr/>
          </p:nvCxnSpPr>
          <p:spPr>
            <a:xfrm>
              <a:off x="8069731" y="1984118"/>
              <a:ext cx="18409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Flowchart: Terminator 49">
              <a:extLst>
                <a:ext uri="{FF2B5EF4-FFF2-40B4-BE49-F238E27FC236}">
                  <a16:creationId xmlns:a16="http://schemas.microsoft.com/office/drawing/2014/main" id="{355C051B-9FE8-4FF0-8F98-6A91056C3D4E}"/>
                </a:ext>
              </a:extLst>
            </p:cNvPr>
            <p:cNvSpPr/>
            <p:nvPr/>
          </p:nvSpPr>
          <p:spPr>
            <a:xfrm>
              <a:off x="8922898" y="2585751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91F234B2-6F35-4574-B1AB-B75B5B7ED7FE}"/>
                </a:ext>
              </a:extLst>
            </p:cNvPr>
            <p:cNvCxnSpPr>
              <a:cxnSpLocks/>
              <a:stCxn id="45" idx="2"/>
              <a:endCxn id="50" idx="0"/>
            </p:cNvCxnSpPr>
            <p:nvPr/>
          </p:nvCxnSpPr>
          <p:spPr>
            <a:xfrm>
              <a:off x="8069731" y="1984118"/>
              <a:ext cx="1417196" cy="6016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Flowchart: Terminator 51">
              <a:extLst>
                <a:ext uri="{FF2B5EF4-FFF2-40B4-BE49-F238E27FC236}">
                  <a16:creationId xmlns:a16="http://schemas.microsoft.com/office/drawing/2014/main" id="{6B002284-2C93-425B-97ED-1B846CEFC133}"/>
                </a:ext>
              </a:extLst>
            </p:cNvPr>
            <p:cNvSpPr/>
            <p:nvPr/>
          </p:nvSpPr>
          <p:spPr>
            <a:xfrm>
              <a:off x="5946324" y="3709109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“text”</a:t>
              </a:r>
            </a:p>
          </p:txBody>
        </p:sp>
        <p:sp>
          <p:nvSpPr>
            <p:cNvPr id="53" name="Flowchart: Terminator 52">
              <a:extLst>
                <a:ext uri="{FF2B5EF4-FFF2-40B4-BE49-F238E27FC236}">
                  <a16:creationId xmlns:a16="http://schemas.microsoft.com/office/drawing/2014/main" id="{1A002D4E-F710-402B-8F27-5B0D3752CBCF}"/>
                </a:ext>
              </a:extLst>
            </p:cNvPr>
            <p:cNvSpPr/>
            <p:nvPr/>
          </p:nvSpPr>
          <p:spPr>
            <a:xfrm>
              <a:off x="7581261" y="3709109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“title”</a:t>
              </a:r>
            </a:p>
          </p:txBody>
        </p:sp>
        <p:sp>
          <p:nvSpPr>
            <p:cNvPr id="54" name="Flowchart: Terminator 53">
              <a:extLst>
                <a:ext uri="{FF2B5EF4-FFF2-40B4-BE49-F238E27FC236}">
                  <a16:creationId xmlns:a16="http://schemas.microsoft.com/office/drawing/2014/main" id="{FD13ACFF-753F-419A-A7F9-3A95393CA7EE}"/>
                </a:ext>
              </a:extLst>
            </p:cNvPr>
            <p:cNvSpPr/>
            <p:nvPr/>
          </p:nvSpPr>
          <p:spPr>
            <a:xfrm>
              <a:off x="8922898" y="3744684"/>
              <a:ext cx="1128058" cy="729342"/>
            </a:xfrm>
            <a:prstGeom prst="flowChartTerminator">
              <a:avLst/>
            </a:prstGeom>
            <a:ln>
              <a:prstDash val="dashDot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img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BA2A95D-E51B-4254-9046-E8BC36962723}"/>
                </a:ext>
              </a:extLst>
            </p:cNvPr>
            <p:cNvCxnSpPr>
              <a:cxnSpLocks/>
              <a:stCxn id="46" idx="2"/>
              <a:endCxn id="52" idx="0"/>
            </p:cNvCxnSpPr>
            <p:nvPr/>
          </p:nvCxnSpPr>
          <p:spPr>
            <a:xfrm>
              <a:off x="6510353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F99AEE9D-F048-4ED2-A769-435B17CAEF38}"/>
                </a:ext>
              </a:extLst>
            </p:cNvPr>
            <p:cNvCxnSpPr>
              <a:cxnSpLocks/>
              <a:stCxn id="47" idx="2"/>
              <a:endCxn id="53" idx="0"/>
            </p:cNvCxnSpPr>
            <p:nvPr/>
          </p:nvCxnSpPr>
          <p:spPr>
            <a:xfrm>
              <a:off x="8088140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B66DD5AA-BB59-436C-AC75-4F0782E0D758}"/>
                </a:ext>
              </a:extLst>
            </p:cNvPr>
            <p:cNvCxnSpPr>
              <a:cxnSpLocks/>
              <a:stCxn id="50" idx="2"/>
              <a:endCxn id="54" idx="0"/>
            </p:cNvCxnSpPr>
            <p:nvPr/>
          </p:nvCxnSpPr>
          <p:spPr>
            <a:xfrm>
              <a:off x="9486927" y="3315093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Arrow: Down 70">
              <a:extLst>
                <a:ext uri="{FF2B5EF4-FFF2-40B4-BE49-F238E27FC236}">
                  <a16:creationId xmlns:a16="http://schemas.microsoft.com/office/drawing/2014/main" id="{1E20D860-D08A-40C1-B1CC-8AD2D5FF7B2F}"/>
                </a:ext>
              </a:extLst>
            </p:cNvPr>
            <p:cNvSpPr/>
            <p:nvPr/>
          </p:nvSpPr>
          <p:spPr>
            <a:xfrm rot="16200000">
              <a:off x="4937698" y="3149915"/>
              <a:ext cx="729343" cy="759943"/>
            </a:xfrm>
            <a:prstGeom prst="downArrow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D3D89A8-86D2-43B9-8443-948042DC1537}"/>
                </a:ext>
              </a:extLst>
            </p:cNvPr>
            <p:cNvSpPr txBox="1"/>
            <p:nvPr/>
          </p:nvSpPr>
          <p:spPr>
            <a:xfrm>
              <a:off x="2104286" y="4683376"/>
              <a:ext cx="96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DOM ảo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F8308F7-7761-4070-B316-14C4AEA4BF42}"/>
                </a:ext>
              </a:extLst>
            </p:cNvPr>
            <p:cNvSpPr txBox="1"/>
            <p:nvPr/>
          </p:nvSpPr>
          <p:spPr>
            <a:xfrm>
              <a:off x="7867219" y="4683376"/>
              <a:ext cx="676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DOM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1401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2583AC4E-4161-4852-9279-C7876E1E7938}"/>
              </a:ext>
            </a:extLst>
          </p:cNvPr>
          <p:cNvGrpSpPr/>
          <p:nvPr/>
        </p:nvGrpSpPr>
        <p:grpSpPr>
          <a:xfrm>
            <a:off x="767441" y="821872"/>
            <a:ext cx="7440388" cy="3815442"/>
            <a:chOff x="767441" y="821872"/>
            <a:chExt cx="9269186" cy="496933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37EF81-80E1-4783-A2C5-1148478C346F}"/>
                </a:ext>
              </a:extLst>
            </p:cNvPr>
            <p:cNvSpPr/>
            <p:nvPr/>
          </p:nvSpPr>
          <p:spPr>
            <a:xfrm>
              <a:off x="4158342" y="3984173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events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7C744C0-BCC2-40CC-96B9-3DAEAE866FA4}"/>
                </a:ext>
              </a:extLst>
            </p:cNvPr>
            <p:cNvSpPr/>
            <p:nvPr/>
          </p:nvSpPr>
          <p:spPr>
            <a:xfrm>
              <a:off x="6128655" y="821872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Global state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C3CCE94-FC87-4460-A86C-A07FF68B196B}"/>
                </a:ext>
              </a:extLst>
            </p:cNvPr>
            <p:cNvSpPr/>
            <p:nvPr/>
          </p:nvSpPr>
          <p:spPr>
            <a:xfrm>
              <a:off x="8098969" y="3984173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components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DED5A9-9AC4-4CCC-9177-9502D6D9C101}"/>
                </a:ext>
              </a:extLst>
            </p:cNvPr>
            <p:cNvCxnSpPr>
              <a:stCxn id="6" idx="2"/>
              <a:endCxn id="4" idx="6"/>
            </p:cNvCxnSpPr>
            <p:nvPr/>
          </p:nvCxnSpPr>
          <p:spPr>
            <a:xfrm flipH="1">
              <a:off x="6096000" y="4887688"/>
              <a:ext cx="20029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62ADF82-CC5B-47D7-AA00-AFD58C48AAF1}"/>
                </a:ext>
              </a:extLst>
            </p:cNvPr>
            <p:cNvCxnSpPr>
              <a:cxnSpLocks/>
              <a:stCxn id="4" idx="0"/>
              <a:endCxn id="5" idx="3"/>
            </p:cNvCxnSpPr>
            <p:nvPr/>
          </p:nvCxnSpPr>
          <p:spPr>
            <a:xfrm flipV="1">
              <a:off x="5127171" y="2364268"/>
              <a:ext cx="1285247" cy="16199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881AE55-14F8-4ADB-B7C5-DF606AB59D81}"/>
                </a:ext>
              </a:extLst>
            </p:cNvPr>
            <p:cNvCxnSpPr>
              <a:cxnSpLocks/>
              <a:stCxn id="6" idx="0"/>
              <a:endCxn id="5" idx="5"/>
            </p:cNvCxnSpPr>
            <p:nvPr/>
          </p:nvCxnSpPr>
          <p:spPr>
            <a:xfrm flipH="1" flipV="1">
              <a:off x="7782550" y="2364268"/>
              <a:ext cx="1285248" cy="16199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528B522-11F0-413C-8C7D-BCB91BE9D937}"/>
                </a:ext>
              </a:extLst>
            </p:cNvPr>
            <p:cNvSpPr/>
            <p:nvPr/>
          </p:nvSpPr>
          <p:spPr>
            <a:xfrm>
              <a:off x="767441" y="3984173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APIs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DE0F7FF6-BEBF-40EF-BF9F-6DFF6661E25E}"/>
                </a:ext>
              </a:extLst>
            </p:cNvPr>
            <p:cNvCxnSpPr>
              <a:stCxn id="33" idx="6"/>
              <a:endCxn id="4" idx="2"/>
            </p:cNvCxnSpPr>
            <p:nvPr/>
          </p:nvCxnSpPr>
          <p:spPr>
            <a:xfrm>
              <a:off x="2705099" y="4887688"/>
              <a:ext cx="145324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42A5401-E399-45D0-A990-B965C0F35BA8}"/>
                </a:ext>
              </a:extLst>
            </p:cNvPr>
            <p:cNvSpPr txBox="1"/>
            <p:nvPr/>
          </p:nvSpPr>
          <p:spPr>
            <a:xfrm>
              <a:off x="6919777" y="4518355"/>
              <a:ext cx="4090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call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18F27AE-0EB1-41A1-BC36-A66DF2C436E5}"/>
                </a:ext>
              </a:extLst>
            </p:cNvPr>
            <p:cNvSpPr txBox="1"/>
            <p:nvPr/>
          </p:nvSpPr>
          <p:spPr>
            <a:xfrm rot="18359800">
              <a:off x="5662859" y="3230817"/>
              <a:ext cx="622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change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509FB16-B6C0-46C8-A1CD-DDCD96BB4A08}"/>
                </a:ext>
              </a:extLst>
            </p:cNvPr>
            <p:cNvSpPr txBox="1"/>
            <p:nvPr/>
          </p:nvSpPr>
          <p:spPr>
            <a:xfrm rot="3055689">
              <a:off x="7629467" y="3222466"/>
              <a:ext cx="11346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Triggers render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8159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</TotalTime>
  <Words>307</Words>
  <Application>Microsoft Office PowerPoint</Application>
  <PresentationFormat>Widescreen</PresentationFormat>
  <Paragraphs>101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tieuduongtu179@gmail.com</dc:creator>
  <cp:lastModifiedBy>tieuduongtu179@gmail.com</cp:lastModifiedBy>
  <cp:revision>77</cp:revision>
  <dcterms:created xsi:type="dcterms:W3CDTF">2018-11-13T11:23:09Z</dcterms:created>
  <dcterms:modified xsi:type="dcterms:W3CDTF">2018-11-17T16:34:41Z</dcterms:modified>
</cp:coreProperties>
</file>