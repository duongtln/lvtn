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5F70-0BFC-4BCC-A0EA-AF845DC2E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1C540-7EF4-4696-9E34-21242245A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3A63-F74F-450F-9EA4-73E57DBB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482F8-DB94-4DBC-A5BC-2797D8CF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B2D7-E56D-4264-A381-12DE5EAC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4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7B59-6D75-4844-B49D-3BD5109A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4790-2667-4892-AF13-2F882C78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9C8A-5327-4587-9A11-3D019FE8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FC216-849D-4214-A3FD-95E921AF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88D3B-CBFC-46A1-8E77-3DF98F68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6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B7BE-59A3-4989-B422-C412EB4A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9F742-0527-431F-9A7D-4BF8DB2C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D522F-7D08-4360-A795-69CB1292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AE78-8543-471F-91BD-CE67A7A3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6F11E-1B75-4171-A320-0DB25B92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0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9AAA-1E7B-4E7A-BD72-AF6616BB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C1598-0997-411D-9CE5-26EB3DAF7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9E197-A26D-4BDE-8163-E44F261D7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86D41-233E-40FA-A555-91D4CBED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693B8-C3A6-4A62-AA1F-8C9D9B7B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8FE56-8470-4755-AB77-2C9A0F1C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9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E656-48BA-47C3-83DA-96BB0CC1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03C45-8BA9-45E7-9E92-8ED039D02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386C3-7BB0-47DA-9795-C7D14DFBA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EA9C5-7FF2-4CA1-A040-AA4DEFB07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BBC53-A460-4057-B73A-9F33F0C50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A7CF9-04A1-4F3F-BEA2-0D344E0C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2908F-47A5-42A5-9967-0AAFD609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867B5-A78C-4B3E-82B3-DB6CAF9A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8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95D7-EBC7-4D20-ACF4-566010FD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DCFCE-3D85-4E94-BCAE-8929E995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1E025-01CE-440E-8171-EB1C532F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F0847-AA11-4E2D-A64D-C94E9190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5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9895D-469E-4E93-B6D7-D92C70D6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7AD3C-2510-4962-BEAB-62C7F4AB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CAAA9-46A7-4530-A3D0-20800207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777A-251E-4BE2-BC95-9AD0F18E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C18F-1EC4-4AF6-8E1E-AEDEACEA2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F528E-32C5-47CD-9D82-2A676D883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8487-C872-42AC-BF76-D33B0B7B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D1181-340D-42B1-8D63-7D9C84B4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3A3E1-6E81-4DE2-A80D-9033BDBC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9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DBD2-7C4B-4FC4-B8B9-40457B3C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67A2C-CE54-421B-9D1A-324E10649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9569-B9A0-4A29-83A0-66CFBA44E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8E54A-25DE-4234-BDDC-6989431D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9F4E9-B722-4337-9A3E-6CE31B6D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BB425-AFFE-4CA2-9886-8FB34813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B921-8BC5-4BBF-8C4F-3E81E848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E17DB-4A35-4E69-95F0-18AA18495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8DF6-07BD-48D2-9BE5-A01E3D84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8536-BBFF-4EE9-A3C0-B605315C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71A22-290E-4C81-9359-B2B6659F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4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F7116B-9E24-43A6-9400-ECD7D5FF1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CE1C4-F1CB-47AA-A94D-7AF4CA2F2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4A4F1-6B06-4F63-8D9F-A76E4180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27146-6B5C-4728-98EB-75F7014D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E238-96D4-436B-9EDA-53AAA9B3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2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92B8B-B624-4136-A210-0EF80A08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BECD-942F-40B7-AEBD-20D23B7E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5A2AB-7B22-4C66-8C8A-3BEB686DC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477DE-2A49-4315-B0F5-CB129B6ABD66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8C6E7-F268-4F2C-B2FF-9C9B38543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091CB-8D6F-4ECC-816E-6553357EE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F7FE7-7B81-41D0-8B42-759416D07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5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6E5D7A9-DA7B-4B33-964F-5DFD8A430152}"/>
              </a:ext>
            </a:extLst>
          </p:cNvPr>
          <p:cNvGrpSpPr/>
          <p:nvPr/>
        </p:nvGrpSpPr>
        <p:grpSpPr>
          <a:xfrm>
            <a:off x="775871" y="1729648"/>
            <a:ext cx="9600246" cy="2484519"/>
            <a:chOff x="775871" y="1729648"/>
            <a:chExt cx="9600246" cy="248451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22C358-DFD0-4C0E-B668-7B04523BAAA4}"/>
                </a:ext>
              </a:extLst>
            </p:cNvPr>
            <p:cNvGrpSpPr/>
            <p:nvPr/>
          </p:nvGrpSpPr>
          <p:grpSpPr>
            <a:xfrm>
              <a:off x="775871" y="1729648"/>
              <a:ext cx="9600246" cy="2484519"/>
              <a:chOff x="775871" y="1729648"/>
              <a:chExt cx="9600246" cy="248451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AE92C6B-9AAC-4CA6-8CC1-141C27D30B3D}"/>
                  </a:ext>
                </a:extLst>
              </p:cNvPr>
              <p:cNvGrpSpPr/>
              <p:nvPr/>
            </p:nvGrpSpPr>
            <p:grpSpPr>
              <a:xfrm>
                <a:off x="775871" y="1945091"/>
                <a:ext cx="2560316" cy="2269076"/>
                <a:chOff x="898502" y="1428281"/>
                <a:chExt cx="2560316" cy="226907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711BECE-4B8B-4F48-BA20-FCC213B74B73}"/>
                    </a:ext>
                  </a:extLst>
                </p:cNvPr>
                <p:cNvSpPr/>
                <p:nvPr/>
              </p:nvSpPr>
              <p:spPr>
                <a:xfrm>
                  <a:off x="898502" y="2213113"/>
                  <a:ext cx="2560315" cy="148424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IoT device </a:t>
                  </a:r>
                </a:p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(e.g., sensor)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B011357-E21C-400D-A999-C1B361238D16}"/>
                    </a:ext>
                  </a:extLst>
                </p:cNvPr>
                <p:cNvSpPr txBox="1"/>
                <p:nvPr/>
              </p:nvSpPr>
              <p:spPr>
                <a:xfrm>
                  <a:off x="898502" y="1428281"/>
                  <a:ext cx="256031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Thu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thập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dữ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liệu</a:t>
                  </a:r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5B50F52-953A-420B-A744-EB70C0DDE8FA}"/>
                  </a:ext>
                </a:extLst>
              </p:cNvPr>
              <p:cNvGrpSpPr/>
              <p:nvPr/>
            </p:nvGrpSpPr>
            <p:grpSpPr>
              <a:xfrm>
                <a:off x="4331312" y="1729648"/>
                <a:ext cx="2560315" cy="2484519"/>
                <a:chOff x="3794102" y="1212838"/>
                <a:chExt cx="2560315" cy="248451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4F4C4400-11D7-439B-91DB-A143B0F1D9DF}"/>
                    </a:ext>
                  </a:extLst>
                </p:cNvPr>
                <p:cNvSpPr/>
                <p:nvPr/>
              </p:nvSpPr>
              <p:spPr>
                <a:xfrm>
                  <a:off x="3794102" y="2213113"/>
                  <a:ext cx="2560315" cy="148424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IoT hub or</a:t>
                  </a:r>
                </a:p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IoT gateway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7BD7FFF-D09E-4A96-A279-B6CCD8E842A3}"/>
                    </a:ext>
                  </a:extLst>
                </p:cNvPr>
                <p:cNvSpPr txBox="1"/>
                <p:nvPr/>
              </p:nvSpPr>
              <p:spPr>
                <a:xfrm>
                  <a:off x="3916730" y="1212838"/>
                  <a:ext cx="2315057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Tham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chiếu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và</a:t>
                  </a:r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truyền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dữ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liệu</a:t>
                  </a:r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9B03556-6609-41FF-A532-CDA2DB1A1FE9}"/>
                  </a:ext>
                </a:extLst>
              </p:cNvPr>
              <p:cNvGrpSpPr/>
              <p:nvPr/>
            </p:nvGrpSpPr>
            <p:grpSpPr>
              <a:xfrm>
                <a:off x="7666721" y="1945092"/>
                <a:ext cx="2709396" cy="2269075"/>
                <a:chOff x="6615161" y="1428282"/>
                <a:chExt cx="2709396" cy="2269075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679859F-578F-4E36-A77D-8FFBD946EEED}"/>
                    </a:ext>
                  </a:extLst>
                </p:cNvPr>
                <p:cNvSpPr/>
                <p:nvPr/>
              </p:nvSpPr>
              <p:spPr>
                <a:xfrm>
                  <a:off x="6689702" y="2213113"/>
                  <a:ext cx="2560315" cy="148424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User interface</a:t>
                  </a:r>
                </a:p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(e.g., smartphone, Website)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3BADDF3-21C2-4D2B-B229-8F01FD898A12}"/>
                    </a:ext>
                  </a:extLst>
                </p:cNvPr>
                <p:cNvSpPr txBox="1"/>
                <p:nvPr/>
              </p:nvSpPr>
              <p:spPr>
                <a:xfrm>
                  <a:off x="6615161" y="1428282"/>
                  <a:ext cx="270939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Phân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tích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dữ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liệu</a:t>
                  </a:r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A1D8BD1-328A-46D8-8DD0-0C3BD20A9B44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>
                <a:off x="3336186" y="3472045"/>
                <a:ext cx="99512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622BC91-9E0E-4B95-AC2E-E0C0922CC626}"/>
                  </a:ext>
                </a:extLst>
              </p:cNvPr>
              <p:cNvCxnSpPr>
                <a:cxnSpLocks/>
                <a:stCxn id="5" idx="3"/>
                <a:endCxn id="6" idx="1"/>
              </p:cNvCxnSpPr>
              <p:nvPr/>
            </p:nvCxnSpPr>
            <p:spPr>
              <a:xfrm>
                <a:off x="6891627" y="3472045"/>
                <a:ext cx="84963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450A8FF-FE76-4972-AF98-67074D34AFC4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3336187" y="2206701"/>
              <a:ext cx="111775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493409-D050-497D-B691-1C1E8547903A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6768997" y="2206702"/>
              <a:ext cx="8977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503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90C42FC-B163-4DE5-B41B-90B0A1FC26EA}"/>
              </a:ext>
            </a:extLst>
          </p:cNvPr>
          <p:cNvGrpSpPr/>
          <p:nvPr/>
        </p:nvGrpSpPr>
        <p:grpSpPr>
          <a:xfrm>
            <a:off x="977723" y="759761"/>
            <a:ext cx="9823136" cy="5974778"/>
            <a:chOff x="977723" y="759761"/>
            <a:chExt cx="9823136" cy="59747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A7986D-ED84-4A51-8F6F-20810BF95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7650" y="759761"/>
              <a:ext cx="4076700" cy="1619250"/>
            </a:xfrm>
            <a:prstGeom prst="rect">
              <a:avLst/>
            </a:prstGeom>
          </p:spPr>
        </p:pic>
        <p:sp>
          <p:nvSpPr>
            <p:cNvPr id="12" name="Cloud 11">
              <a:extLst>
                <a:ext uri="{FF2B5EF4-FFF2-40B4-BE49-F238E27FC236}">
                  <a16:creationId xmlns:a16="http://schemas.microsoft.com/office/drawing/2014/main" id="{4F3299A8-C223-45CC-8324-20C36C54A940}"/>
                </a:ext>
              </a:extLst>
            </p:cNvPr>
            <p:cNvSpPr/>
            <p:nvPr/>
          </p:nvSpPr>
          <p:spPr>
            <a:xfrm>
              <a:off x="4452514" y="1911381"/>
              <a:ext cx="3027463" cy="1517619"/>
            </a:xfrm>
            <a:prstGeom prst="cloud">
              <a:avLst/>
            </a:prstGeom>
            <a:gradFill flip="none"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CLOUD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C49F010-2C91-432A-807F-49C85B9E5179}"/>
                </a:ext>
              </a:extLst>
            </p:cNvPr>
            <p:cNvGrpSpPr/>
            <p:nvPr/>
          </p:nvGrpSpPr>
          <p:grpSpPr>
            <a:xfrm>
              <a:off x="977723" y="2259743"/>
              <a:ext cx="3350186" cy="4038691"/>
              <a:chOff x="0" y="2259449"/>
              <a:chExt cx="3350186" cy="4038691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8A9BC6C-E65E-4433-BCF1-E498CD82895C}"/>
                  </a:ext>
                </a:extLst>
              </p:cNvPr>
              <p:cNvGrpSpPr/>
              <p:nvPr/>
            </p:nvGrpSpPr>
            <p:grpSpPr>
              <a:xfrm>
                <a:off x="0" y="3630216"/>
                <a:ext cx="3350186" cy="2667924"/>
                <a:chOff x="0" y="3586527"/>
                <a:chExt cx="3350186" cy="2667924"/>
              </a:xfrm>
            </p:grpSpPr>
            <p:sp>
              <p:nvSpPr>
                <p:cNvPr id="27" name="Cloud 26">
                  <a:extLst>
                    <a:ext uri="{FF2B5EF4-FFF2-40B4-BE49-F238E27FC236}">
                      <a16:creationId xmlns:a16="http://schemas.microsoft.com/office/drawing/2014/main" id="{32D2960D-0A5D-4639-91E6-9B35AD1A4AEA}"/>
                    </a:ext>
                  </a:extLst>
                </p:cNvPr>
                <p:cNvSpPr/>
                <p:nvPr/>
              </p:nvSpPr>
              <p:spPr>
                <a:xfrm>
                  <a:off x="0" y="3586527"/>
                  <a:ext cx="3350186" cy="2667924"/>
                </a:xfrm>
                <a:prstGeom prst="clou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5CC3275F-844E-4DAB-B85F-6E31EFFD83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0217947">
                  <a:off x="1092491" y="4749111"/>
                  <a:ext cx="1159720" cy="1331532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B095441-3145-4B88-BDF1-CF51952085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2631" y="3788640"/>
                  <a:ext cx="1159720" cy="1331532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5A803C4E-69FF-4B85-9BE1-BC1DD90E2C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791962">
                  <a:off x="1982513" y="3788638"/>
                  <a:ext cx="1159720" cy="1331532"/>
                </a:xfrm>
                <a:prstGeom prst="rect">
                  <a:avLst/>
                </a:prstGeom>
              </p:spPr>
            </p:pic>
          </p:grp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45C26D9-C289-49C6-9747-467797DFA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2558" y="2259449"/>
                <a:ext cx="821482" cy="821482"/>
              </a:xfrm>
              <a:prstGeom prst="rect">
                <a:avLst/>
              </a:prstGeom>
            </p:spPr>
          </p:pic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1ABF5736-41DC-4D4B-8614-03818268436A}"/>
                  </a:ext>
                </a:extLst>
              </p:cNvPr>
              <p:cNvCxnSpPr>
                <a:stCxn id="26" idx="2"/>
                <a:endCxn id="27" idx="3"/>
              </p:cNvCxnSpPr>
              <p:nvPr/>
            </p:nvCxnSpPr>
            <p:spPr>
              <a:xfrm>
                <a:off x="1663299" y="3080931"/>
                <a:ext cx="11794" cy="701826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465E6B-156D-4B78-8AEA-294CD174EBDA}"/>
                </a:ext>
              </a:extLst>
            </p:cNvPr>
            <p:cNvCxnSpPr>
              <a:stCxn id="26" idx="3"/>
              <a:endCxn id="12" idx="2"/>
            </p:cNvCxnSpPr>
            <p:nvPr/>
          </p:nvCxnSpPr>
          <p:spPr>
            <a:xfrm flipV="1">
              <a:off x="3051763" y="2670191"/>
              <a:ext cx="1410142" cy="29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25D135-363C-4963-9B40-EFB2B03BC4F6}"/>
                </a:ext>
              </a:extLst>
            </p:cNvPr>
            <p:cNvCxnSpPr>
              <a:cxnSpLocks/>
              <a:stCxn id="12" idx="0"/>
              <a:endCxn id="39" idx="1"/>
            </p:cNvCxnSpPr>
            <p:nvPr/>
          </p:nvCxnSpPr>
          <p:spPr>
            <a:xfrm flipV="1">
              <a:off x="7477454" y="2659684"/>
              <a:ext cx="1112965" cy="1050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B9BCFB4-8E51-4597-8A43-5CF119202721}"/>
                </a:ext>
              </a:extLst>
            </p:cNvPr>
            <p:cNvGrpSpPr/>
            <p:nvPr/>
          </p:nvGrpSpPr>
          <p:grpSpPr>
            <a:xfrm>
              <a:off x="7201461" y="2238436"/>
              <a:ext cx="3599398" cy="4496103"/>
              <a:chOff x="8089358" y="2238436"/>
              <a:chExt cx="3599398" cy="4496103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D2F77624-315E-42B2-8B60-066A2C791630}"/>
                  </a:ext>
                </a:extLst>
              </p:cNvPr>
              <p:cNvGrpSpPr/>
              <p:nvPr/>
            </p:nvGrpSpPr>
            <p:grpSpPr>
              <a:xfrm>
                <a:off x="8089358" y="3630216"/>
                <a:ext cx="3599398" cy="3104323"/>
                <a:chOff x="8457699" y="3429000"/>
                <a:chExt cx="3599398" cy="3104323"/>
              </a:xfrm>
            </p:grpSpPr>
            <p:sp>
              <p:nvSpPr>
                <p:cNvPr id="29" name="Cloud 28">
                  <a:extLst>
                    <a:ext uri="{FF2B5EF4-FFF2-40B4-BE49-F238E27FC236}">
                      <a16:creationId xmlns:a16="http://schemas.microsoft.com/office/drawing/2014/main" id="{12044AC1-6B50-4485-95EE-13720C3F0ED5}"/>
                    </a:ext>
                  </a:extLst>
                </p:cNvPr>
                <p:cNvSpPr/>
                <p:nvPr/>
              </p:nvSpPr>
              <p:spPr>
                <a:xfrm>
                  <a:off x="8457699" y="3429000"/>
                  <a:ext cx="3599398" cy="3104323"/>
                </a:xfrm>
                <a:prstGeom prst="clou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636138A4-B44F-402B-AE34-E0C03E6E54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0439" y="5159369"/>
                  <a:ext cx="1063255" cy="1063255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5A4A2B1C-FE4D-4D08-9529-F0725373B5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08300" y="4501875"/>
                  <a:ext cx="1063255" cy="1141651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04E841F4-5BBD-4BE5-AA91-CDC2AD5FAA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2306" y="3922776"/>
                  <a:ext cx="1063255" cy="1063255"/>
                </a:xfrm>
                <a:prstGeom prst="rect">
                  <a:avLst/>
                </a:prstGeom>
              </p:spPr>
            </p:pic>
          </p:grp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D1CA8C5F-CC64-4917-81D3-E27265890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78316" y="2238436"/>
                <a:ext cx="821482" cy="842495"/>
              </a:xfrm>
              <a:prstGeom prst="rect">
                <a:avLst/>
              </a:prstGeom>
            </p:spPr>
          </p:pic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8FFDDE5-40AE-495F-A4DD-A7DA200882A2}"/>
                  </a:ext>
                </a:extLst>
              </p:cNvPr>
              <p:cNvCxnSpPr>
                <a:cxnSpLocks/>
                <a:stCxn id="39" idx="2"/>
                <a:endCxn id="29" idx="3"/>
              </p:cNvCxnSpPr>
              <p:nvPr/>
            </p:nvCxnSpPr>
            <p:spPr>
              <a:xfrm>
                <a:off x="9889057" y="3080931"/>
                <a:ext cx="0" cy="726778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8891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6B184CF-C394-421B-B3D6-944D53D325AE}"/>
              </a:ext>
            </a:extLst>
          </p:cNvPr>
          <p:cNvGrpSpPr/>
          <p:nvPr/>
        </p:nvGrpSpPr>
        <p:grpSpPr>
          <a:xfrm>
            <a:off x="3127513" y="1590261"/>
            <a:ext cx="5055704" cy="2739887"/>
            <a:chOff x="3127513" y="1590261"/>
            <a:chExt cx="5055704" cy="273988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6A78EA-7CEB-4FB8-A7D1-DA2093B1C9E4}"/>
                </a:ext>
              </a:extLst>
            </p:cNvPr>
            <p:cNvSpPr/>
            <p:nvPr/>
          </p:nvSpPr>
          <p:spPr>
            <a:xfrm>
              <a:off x="3127513" y="1590261"/>
              <a:ext cx="1921565" cy="90114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Môi</a:t>
              </a:r>
              <a:r>
                <a:rPr lang="en-US" dirty="0"/>
                <a:t> tr</a:t>
              </a:r>
              <a:r>
                <a:rPr lang="vi-VN" dirty="0"/>
                <a:t>ư</a:t>
              </a:r>
              <a:r>
                <a:rPr lang="en-US" dirty="0" err="1"/>
                <a:t>ờng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4B1119-EDEE-4DDB-9CC1-E49404005AAF}"/>
                </a:ext>
              </a:extLst>
            </p:cNvPr>
            <p:cNvSpPr/>
            <p:nvPr/>
          </p:nvSpPr>
          <p:spPr>
            <a:xfrm>
              <a:off x="6261652" y="1590261"/>
              <a:ext cx="1921565" cy="90114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Mạch</a:t>
              </a:r>
              <a:r>
                <a:rPr lang="en-US" dirty="0"/>
                <a:t> </a:t>
              </a:r>
              <a:r>
                <a:rPr lang="en-US" dirty="0" err="1"/>
                <a:t>thu</a:t>
              </a:r>
              <a:r>
                <a:rPr lang="en-US" dirty="0"/>
                <a:t> </a:t>
              </a:r>
              <a:r>
                <a:rPr lang="en-US" dirty="0" err="1"/>
                <a:t>thập</a:t>
              </a:r>
              <a:endParaRPr lang="en-US" dirty="0"/>
            </a:p>
            <a:p>
              <a:pPr algn="ctr"/>
              <a:r>
                <a:rPr lang="en-US" dirty="0"/>
                <a:t> </a:t>
              </a:r>
              <a:r>
                <a:rPr lang="en-US" dirty="0" err="1"/>
                <a:t>dữ</a:t>
              </a:r>
              <a:r>
                <a:rPr lang="en-US" dirty="0"/>
                <a:t> </a:t>
              </a:r>
              <a:r>
                <a:rPr lang="en-US" dirty="0" err="1"/>
                <a:t>liệu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8CC99F-1C07-4729-AFDD-D927A7F6C9F5}"/>
                </a:ext>
              </a:extLst>
            </p:cNvPr>
            <p:cNvSpPr/>
            <p:nvPr/>
          </p:nvSpPr>
          <p:spPr>
            <a:xfrm>
              <a:off x="3127513" y="3429000"/>
              <a:ext cx="1921565" cy="90114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Bộ</a:t>
              </a:r>
              <a:r>
                <a:rPr lang="en-US" dirty="0"/>
                <a:t> </a:t>
              </a:r>
              <a:r>
                <a:rPr lang="en-US" dirty="0" err="1"/>
                <a:t>thiết</a:t>
              </a:r>
              <a:r>
                <a:rPr lang="en-US" dirty="0"/>
                <a:t> </a:t>
              </a:r>
              <a:r>
                <a:rPr lang="en-US" dirty="0" err="1"/>
                <a:t>bị</a:t>
              </a:r>
              <a:r>
                <a:rPr lang="en-US" dirty="0"/>
                <a:t> </a:t>
              </a:r>
              <a:r>
                <a:rPr lang="en-US" dirty="0" err="1"/>
                <a:t>ngoại</a:t>
              </a:r>
              <a:r>
                <a:rPr lang="en-US" dirty="0"/>
                <a:t> vi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B58435-C3B4-4E88-8B7D-DA16850C8954}"/>
                </a:ext>
              </a:extLst>
            </p:cNvPr>
            <p:cNvSpPr/>
            <p:nvPr/>
          </p:nvSpPr>
          <p:spPr>
            <a:xfrm>
              <a:off x="6261652" y="3429000"/>
              <a:ext cx="1921565" cy="90114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Mạch</a:t>
              </a:r>
              <a:r>
                <a:rPr lang="en-US" dirty="0"/>
                <a:t> </a:t>
              </a:r>
              <a:r>
                <a:rPr lang="en-US" dirty="0" err="1"/>
                <a:t>xử</a:t>
              </a:r>
              <a:r>
                <a:rPr lang="en-US" dirty="0"/>
                <a:t> </a:t>
              </a:r>
              <a:r>
                <a:rPr lang="en-US" dirty="0" err="1"/>
                <a:t>lý</a:t>
              </a:r>
              <a:r>
                <a:rPr lang="en-US" dirty="0"/>
                <a:t> </a:t>
              </a:r>
              <a:r>
                <a:rPr lang="en-US" dirty="0" err="1"/>
                <a:t>và</a:t>
              </a:r>
              <a:r>
                <a:rPr lang="en-US" dirty="0"/>
                <a:t> </a:t>
              </a:r>
              <a:r>
                <a:rPr lang="en-US" dirty="0" err="1"/>
                <a:t>điều</a:t>
              </a:r>
              <a:r>
                <a:rPr lang="en-US" dirty="0"/>
                <a:t> </a:t>
              </a:r>
              <a:r>
                <a:rPr lang="en-US" dirty="0" err="1"/>
                <a:t>khiển</a:t>
              </a:r>
              <a:r>
                <a:rPr lang="en-US" dirty="0"/>
                <a:t> </a:t>
              </a:r>
              <a:r>
                <a:rPr lang="en-US" dirty="0" err="1"/>
                <a:t>tín</a:t>
              </a:r>
              <a:r>
                <a:rPr lang="en-US" dirty="0"/>
                <a:t> </a:t>
              </a:r>
              <a:r>
                <a:rPr lang="en-US" dirty="0" err="1"/>
                <a:t>hiệu</a:t>
              </a:r>
              <a:endParaRPr lang="en-US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CFF6EEA-EB55-49C2-9816-3F0A3E06FE89}"/>
                </a:ext>
              </a:extLst>
            </p:cNvPr>
            <p:cNvSpPr/>
            <p:nvPr/>
          </p:nvSpPr>
          <p:spPr>
            <a:xfrm>
              <a:off x="5194852" y="1861930"/>
              <a:ext cx="735497" cy="357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F03AE3D-54CC-4DC1-B284-994660FC6D27}"/>
                </a:ext>
              </a:extLst>
            </p:cNvPr>
            <p:cNvSpPr/>
            <p:nvPr/>
          </p:nvSpPr>
          <p:spPr>
            <a:xfrm>
              <a:off x="6944139" y="2690191"/>
              <a:ext cx="318052" cy="5565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22F2935B-EE0F-4100-91AF-2476B60B3075}"/>
                </a:ext>
              </a:extLst>
            </p:cNvPr>
            <p:cNvSpPr/>
            <p:nvPr/>
          </p:nvSpPr>
          <p:spPr>
            <a:xfrm rot="10800000">
              <a:off x="5201477" y="3700669"/>
              <a:ext cx="735497" cy="357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754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B4706F2-2F5A-4370-B0EB-FE653C0BBE30}"/>
              </a:ext>
            </a:extLst>
          </p:cNvPr>
          <p:cNvGrpSpPr/>
          <p:nvPr/>
        </p:nvGrpSpPr>
        <p:grpSpPr>
          <a:xfrm>
            <a:off x="2785919" y="999723"/>
            <a:ext cx="5029902" cy="3160547"/>
            <a:chOff x="2785919" y="999723"/>
            <a:chExt cx="5029902" cy="31605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B642D32-A889-4984-8A71-EA9CB78D8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5919" y="999723"/>
              <a:ext cx="5029902" cy="279121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86D26E-B59A-4E28-9E24-78FFE11A06D3}"/>
                </a:ext>
              </a:extLst>
            </p:cNvPr>
            <p:cNvSpPr txBox="1"/>
            <p:nvPr/>
          </p:nvSpPr>
          <p:spPr>
            <a:xfrm>
              <a:off x="3021495" y="3790938"/>
              <a:ext cx="1161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Mặt</a:t>
              </a:r>
              <a:r>
                <a:rPr lang="en-US" dirty="0"/>
                <a:t> tr</a:t>
              </a:r>
              <a:r>
                <a:rPr lang="vi-VN" dirty="0"/>
                <a:t>ư</a:t>
              </a:r>
              <a:r>
                <a:rPr lang="en-US" dirty="0" err="1"/>
                <a:t>ớc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DFAF01-814B-4E22-80C4-EB268E391404}"/>
                </a:ext>
              </a:extLst>
            </p:cNvPr>
            <p:cNvSpPr txBox="1"/>
            <p:nvPr/>
          </p:nvSpPr>
          <p:spPr>
            <a:xfrm>
              <a:off x="4837665" y="3790938"/>
              <a:ext cx="9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Mặt</a:t>
              </a:r>
              <a:r>
                <a:rPr lang="en-US" dirty="0"/>
                <a:t> </a:t>
              </a:r>
              <a:r>
                <a:rPr lang="en-US" dirty="0" err="1"/>
                <a:t>sau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32DAB2-44E8-4D29-8D21-0CC28DCA2386}"/>
                </a:ext>
              </a:extLst>
            </p:cNvPr>
            <p:cNvSpPr txBox="1"/>
            <p:nvPr/>
          </p:nvSpPr>
          <p:spPr>
            <a:xfrm>
              <a:off x="6607763" y="3790938"/>
              <a:ext cx="1049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cạnh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882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9E29745-C1DF-467C-9268-A3942E1B9129}"/>
              </a:ext>
            </a:extLst>
          </p:cNvPr>
          <p:cNvGrpSpPr/>
          <p:nvPr/>
        </p:nvGrpSpPr>
        <p:grpSpPr>
          <a:xfrm>
            <a:off x="2754312" y="623888"/>
            <a:ext cx="4752975" cy="1470024"/>
            <a:chOff x="0" y="0"/>
            <a:chExt cx="4752975" cy="147026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1056550-D7CD-4D0B-8578-B416ABA129AD}"/>
                </a:ext>
              </a:extLst>
            </p:cNvPr>
            <p:cNvGrpSpPr/>
            <p:nvPr/>
          </p:nvGrpSpPr>
          <p:grpSpPr>
            <a:xfrm>
              <a:off x="104775" y="0"/>
              <a:ext cx="4648200" cy="1470263"/>
              <a:chOff x="0" y="0"/>
              <a:chExt cx="7255796" cy="188601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EBCB395-9394-4972-B910-B57718C4D08A}"/>
                  </a:ext>
                </a:extLst>
              </p:cNvPr>
              <p:cNvGrpSpPr/>
              <p:nvPr/>
            </p:nvGrpSpPr>
            <p:grpSpPr>
              <a:xfrm>
                <a:off x="0" y="0"/>
                <a:ext cx="7255796" cy="1886010"/>
                <a:chOff x="0" y="0"/>
                <a:chExt cx="7255796" cy="1886010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16947BB3-938C-4D21-B565-697C52200A6D}"/>
                    </a:ext>
                  </a:extLst>
                </p:cNvPr>
                <p:cNvCxnSpPr/>
                <p:nvPr/>
              </p:nvCxnSpPr>
              <p:spPr>
                <a:xfrm>
                  <a:off x="1280160" y="731520"/>
                  <a:ext cx="1280160" cy="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8419813D-2F29-4BFE-A678-C5640C1BB4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26372" y="731520"/>
                  <a:ext cx="441409" cy="75438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1B8C99BE-9895-40FA-82FD-DC862BC5EA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5904" y="1485900"/>
                  <a:ext cx="2172036" cy="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07C6ABC-1866-4EA9-8BA5-C89AFB628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86693" y="731520"/>
                  <a:ext cx="897288" cy="75438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59033BE-137E-44D4-AB92-E3C92B3F0EC7}"/>
                    </a:ext>
                  </a:extLst>
                </p:cNvPr>
                <p:cNvCxnSpPr/>
                <p:nvPr/>
              </p:nvCxnSpPr>
              <p:spPr>
                <a:xfrm>
                  <a:off x="5975636" y="731520"/>
                  <a:ext cx="1280160" cy="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A48D87C9-E7AA-4C13-938C-7E0823EA7D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0" y="1485900"/>
                  <a:ext cx="332232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26CD7EAA-42F2-4FE1-8154-EB0C8090BD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0" y="731520"/>
                  <a:ext cx="1280160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20">
                  <a:extLst>
                    <a:ext uri="{FF2B5EF4-FFF2-40B4-BE49-F238E27FC236}">
                      <a16:creationId xmlns:a16="http://schemas.microsoft.com/office/drawing/2014/main" id="{5A971BF6-6439-422E-8AED-6EB944F4CC6D}"/>
                    </a:ext>
                  </a:extLst>
                </p:cNvPr>
                <p:cNvSpPr txBox="1"/>
                <p:nvPr/>
              </p:nvSpPr>
              <p:spPr>
                <a:xfrm>
                  <a:off x="331990" y="414862"/>
                  <a:ext cx="948171" cy="477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12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vcc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65" name="TextBox 22">
                  <a:extLst>
                    <a:ext uri="{FF2B5EF4-FFF2-40B4-BE49-F238E27FC236}">
                      <a16:creationId xmlns:a16="http://schemas.microsoft.com/office/drawing/2014/main" id="{49C27CF1-2173-4905-BD54-183B171AABDA}"/>
                    </a:ext>
                  </a:extLst>
                </p:cNvPr>
                <p:cNvSpPr txBox="1"/>
                <p:nvPr/>
              </p:nvSpPr>
              <p:spPr>
                <a:xfrm>
                  <a:off x="384132" y="1160748"/>
                  <a:ext cx="896030" cy="3571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12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GND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66" name="TextBox 23">
                  <a:extLst>
                    <a:ext uri="{FF2B5EF4-FFF2-40B4-BE49-F238E27FC236}">
                      <a16:creationId xmlns:a16="http://schemas.microsoft.com/office/drawing/2014/main" id="{832E9802-D700-4993-8D18-3071F179C5AC}"/>
                    </a:ext>
                  </a:extLst>
                </p:cNvPr>
                <p:cNvSpPr txBox="1"/>
                <p:nvPr/>
              </p:nvSpPr>
              <p:spPr>
                <a:xfrm>
                  <a:off x="3365742" y="948277"/>
                  <a:ext cx="1243471" cy="4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20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18ms 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465BAD1C-B3DE-4413-8EE8-22792A129A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35904" y="0"/>
                  <a:ext cx="0" cy="188601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A78DAA93-7285-4535-A210-D5FCADB6A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31470" y="0"/>
                  <a:ext cx="1" cy="188601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9" name="TextBox 32">
                  <a:extLst>
                    <a:ext uri="{FF2B5EF4-FFF2-40B4-BE49-F238E27FC236}">
                      <a16:creationId xmlns:a16="http://schemas.microsoft.com/office/drawing/2014/main" id="{0FA62E38-6603-452A-98E7-65F55035950B}"/>
                    </a:ext>
                  </a:extLst>
                </p:cNvPr>
                <p:cNvSpPr txBox="1"/>
                <p:nvPr/>
              </p:nvSpPr>
              <p:spPr>
                <a:xfrm>
                  <a:off x="6123411" y="258088"/>
                  <a:ext cx="1117516" cy="4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20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40us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6" name="TextBox 47">
                <a:extLst>
                  <a:ext uri="{FF2B5EF4-FFF2-40B4-BE49-F238E27FC236}">
                    <a16:creationId xmlns:a16="http://schemas.microsoft.com/office/drawing/2014/main" id="{BA85AB09-B8CB-47B1-A613-D9114BF30407}"/>
                  </a:ext>
                </a:extLst>
              </p:cNvPr>
              <p:cNvSpPr txBox="1"/>
              <p:nvPr/>
            </p:nvSpPr>
            <p:spPr>
              <a:xfrm>
                <a:off x="1550281" y="292782"/>
                <a:ext cx="906146" cy="4647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vi-VN" sz="1200" kern="12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000"/>
                        </a:srgbClr>
                      </a:outerShdw>
                    </a:effectLst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DATA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8960A745-9CBD-495A-9F8B-1E9668B3C88B}"/>
                </a:ext>
              </a:extLst>
            </p:cNvPr>
            <p:cNvSpPr txBox="1"/>
            <p:nvPr/>
          </p:nvSpPr>
          <p:spPr>
            <a:xfrm>
              <a:off x="0" y="904875"/>
              <a:ext cx="257175" cy="2784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kern="12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4" name="TextBox 22">
              <a:extLst>
                <a:ext uri="{FF2B5EF4-FFF2-40B4-BE49-F238E27FC236}">
                  <a16:creationId xmlns:a16="http://schemas.microsoft.com/office/drawing/2014/main" id="{88897ABC-CAC4-4217-8CA1-D8CD1C7843A4}"/>
                </a:ext>
              </a:extLst>
            </p:cNvPr>
            <p:cNvSpPr txBox="1"/>
            <p:nvPr/>
          </p:nvSpPr>
          <p:spPr>
            <a:xfrm>
              <a:off x="47625" y="333375"/>
              <a:ext cx="257175" cy="2784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kern="12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595EB43-1072-472C-82E0-3962B87BE5E3}"/>
              </a:ext>
            </a:extLst>
          </p:cNvPr>
          <p:cNvGrpSpPr/>
          <p:nvPr/>
        </p:nvGrpSpPr>
        <p:grpSpPr>
          <a:xfrm>
            <a:off x="3051174" y="2681902"/>
            <a:ext cx="4456113" cy="924275"/>
            <a:chOff x="3630612" y="2872535"/>
            <a:chExt cx="4456113" cy="92427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0C40758-F0AB-44EE-9328-9EBFC700D6A4}"/>
                </a:ext>
              </a:extLst>
            </p:cNvPr>
            <p:cNvGrpSpPr/>
            <p:nvPr/>
          </p:nvGrpSpPr>
          <p:grpSpPr>
            <a:xfrm>
              <a:off x="3630612" y="2872535"/>
              <a:ext cx="3848100" cy="924275"/>
              <a:chOff x="866775" y="323411"/>
              <a:chExt cx="3848100" cy="924426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E1436D6-CA24-469B-9C52-CADD4CFC309E}"/>
                  </a:ext>
                </a:extLst>
              </p:cNvPr>
              <p:cNvGrpSpPr/>
              <p:nvPr/>
            </p:nvGrpSpPr>
            <p:grpSpPr>
              <a:xfrm>
                <a:off x="914400" y="323411"/>
                <a:ext cx="3800475" cy="924426"/>
                <a:chOff x="1263810" y="414862"/>
                <a:chExt cx="5932511" cy="1185826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5E904B03-598A-471C-9F25-61C281409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26372" y="731520"/>
                  <a:ext cx="441409" cy="75438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29A59395-5783-4A5C-A1A9-AC95D76C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5904" y="1485900"/>
                  <a:ext cx="2172036" cy="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5F9A3BC6-5B94-4437-B693-ABB10B93D3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86693" y="731520"/>
                  <a:ext cx="897288" cy="75438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C03A2786-3C2B-4D07-A878-A19A15034AF5}"/>
                    </a:ext>
                  </a:extLst>
                </p:cNvPr>
                <p:cNvCxnSpPr/>
                <p:nvPr/>
              </p:nvCxnSpPr>
              <p:spPr>
                <a:xfrm>
                  <a:off x="5916161" y="731520"/>
                  <a:ext cx="1280160" cy="0"/>
                </a:xfrm>
                <a:prstGeom prst="line">
                  <a:avLst/>
                </a:prstGeom>
                <a:ln w="76200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9C379766-B62E-4856-AF17-84170E44F3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3027" y="1485900"/>
                  <a:ext cx="2123709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253F308-4604-419A-B6DC-74086715A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63810" y="731520"/>
                  <a:ext cx="1280162" cy="0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20">
                  <a:extLst>
                    <a:ext uri="{FF2B5EF4-FFF2-40B4-BE49-F238E27FC236}">
                      <a16:creationId xmlns:a16="http://schemas.microsoft.com/office/drawing/2014/main" id="{13BB279A-A755-4452-8D69-93CA2AB618D6}"/>
                    </a:ext>
                  </a:extLst>
                </p:cNvPr>
                <p:cNvSpPr txBox="1"/>
                <p:nvPr/>
              </p:nvSpPr>
              <p:spPr>
                <a:xfrm>
                  <a:off x="1685017" y="414862"/>
                  <a:ext cx="948171" cy="477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12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vcc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4" name="TextBox 22">
                  <a:extLst>
                    <a:ext uri="{FF2B5EF4-FFF2-40B4-BE49-F238E27FC236}">
                      <a16:creationId xmlns:a16="http://schemas.microsoft.com/office/drawing/2014/main" id="{4582C736-680D-4821-A217-45AA438C793A}"/>
                    </a:ext>
                  </a:extLst>
                </p:cNvPr>
                <p:cNvSpPr txBox="1"/>
                <p:nvPr/>
              </p:nvSpPr>
              <p:spPr>
                <a:xfrm>
                  <a:off x="1737159" y="1160748"/>
                  <a:ext cx="896030" cy="3571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vi-VN" sz="1200" kern="120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GND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5" name="TextBox 23">
                  <a:extLst>
                    <a:ext uri="{FF2B5EF4-FFF2-40B4-BE49-F238E27FC236}">
                      <a16:creationId xmlns:a16="http://schemas.microsoft.com/office/drawing/2014/main" id="{EF445C97-BE3A-468D-BF4E-6C1D2D314E1E}"/>
                    </a:ext>
                  </a:extLst>
                </p:cNvPr>
                <p:cNvSpPr txBox="1"/>
                <p:nvPr/>
              </p:nvSpPr>
              <p:spPr>
                <a:xfrm>
                  <a:off x="3503072" y="1168253"/>
                  <a:ext cx="1243471" cy="4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kern="1200" dirty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54us</a:t>
                  </a:r>
                  <a:endPara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8" name="TextBox 32">
                  <a:extLst>
                    <a:ext uri="{FF2B5EF4-FFF2-40B4-BE49-F238E27FC236}">
                      <a16:creationId xmlns:a16="http://schemas.microsoft.com/office/drawing/2014/main" id="{D57C32E6-1F6F-4165-92C0-90D0D759A60E}"/>
                    </a:ext>
                  </a:extLst>
                </p:cNvPr>
                <p:cNvSpPr txBox="1"/>
                <p:nvPr/>
              </p:nvSpPr>
              <p:spPr>
                <a:xfrm>
                  <a:off x="5945054" y="414862"/>
                  <a:ext cx="1117516" cy="432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lnSpc>
                      <a:spcPts val="12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dirty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80</a:t>
                  </a:r>
                  <a:r>
                    <a:rPr lang="vi-VN" sz="2000" kern="1200" dirty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000"/>
                          </a:srgbClr>
                        </a:outerShdw>
                      </a:effectLst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us</a:t>
                  </a:r>
                  <a:endPara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2" name="TextBox 22">
                <a:extLst>
                  <a:ext uri="{FF2B5EF4-FFF2-40B4-BE49-F238E27FC236}">
                    <a16:creationId xmlns:a16="http://schemas.microsoft.com/office/drawing/2014/main" id="{D24AAB4D-E963-4882-BD57-AF484CC47B35}"/>
                  </a:ext>
                </a:extLst>
              </p:cNvPr>
              <p:cNvSpPr txBox="1"/>
              <p:nvPr/>
            </p:nvSpPr>
            <p:spPr>
              <a:xfrm>
                <a:off x="866775" y="904875"/>
                <a:ext cx="257175" cy="27844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kern="12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000"/>
                        </a:srgbClr>
                      </a:outerShdw>
                    </a:effectLst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73" name="TextBox 22">
                <a:extLst>
                  <a:ext uri="{FF2B5EF4-FFF2-40B4-BE49-F238E27FC236}">
                    <a16:creationId xmlns:a16="http://schemas.microsoft.com/office/drawing/2014/main" id="{E97ABD05-ADFF-4AA3-87E4-91E904375C46}"/>
                  </a:ext>
                </a:extLst>
              </p:cNvPr>
              <p:cNvSpPr txBox="1"/>
              <p:nvPr/>
            </p:nvSpPr>
            <p:spPr>
              <a:xfrm>
                <a:off x="914400" y="333375"/>
                <a:ext cx="257175" cy="27844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kern="12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000"/>
                        </a:srgbClr>
                      </a:outerShdw>
                    </a:effectLst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9BB3BC2-90A7-435C-983C-95CEC07EFDCD}"/>
                </a:ext>
              </a:extLst>
            </p:cNvPr>
            <p:cNvCxnSpPr>
              <a:cxnSpLocks/>
            </p:cNvCxnSpPr>
            <p:nvPr/>
          </p:nvCxnSpPr>
          <p:spPr>
            <a:xfrm>
              <a:off x="7411537" y="3084440"/>
              <a:ext cx="282775" cy="587991"/>
            </a:xfrm>
            <a:prstGeom prst="line">
              <a:avLst/>
            </a:prstGeom>
            <a:ln w="762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7E6C8C5-B2B2-44AD-A6DE-9B899932E522}"/>
                </a:ext>
              </a:extLst>
            </p:cNvPr>
            <p:cNvCxnSpPr>
              <a:cxnSpLocks/>
            </p:cNvCxnSpPr>
            <p:nvPr/>
          </p:nvCxnSpPr>
          <p:spPr>
            <a:xfrm>
              <a:off x="7694312" y="3672431"/>
              <a:ext cx="392413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FC0206E-FD94-4088-8F73-27B459A7CD4B}"/>
              </a:ext>
            </a:extLst>
          </p:cNvPr>
          <p:cNvGrpSpPr/>
          <p:nvPr/>
        </p:nvGrpSpPr>
        <p:grpSpPr>
          <a:xfrm>
            <a:off x="1949487" y="4257554"/>
            <a:ext cx="8634794" cy="870503"/>
            <a:chOff x="1949487" y="4257554"/>
            <a:chExt cx="8634794" cy="870503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CE7D0D3-8B2E-4E3B-B5FD-EDE1E0871B2F}"/>
                </a:ext>
              </a:extLst>
            </p:cNvPr>
            <p:cNvSpPr/>
            <p:nvPr/>
          </p:nvSpPr>
          <p:spPr>
            <a:xfrm>
              <a:off x="1949487" y="4257555"/>
              <a:ext cx="1729696" cy="3808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ẩm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EB72551-35CF-4CEC-9DD1-1AAC5E767D68}"/>
                </a:ext>
              </a:extLst>
            </p:cNvPr>
            <p:cNvSpPr/>
            <p:nvPr/>
          </p:nvSpPr>
          <p:spPr>
            <a:xfrm>
              <a:off x="3672340" y="4257555"/>
              <a:ext cx="1729696" cy="3808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thập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ẩm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DF29F1B-C093-42CC-8923-9E87FB496B17}"/>
                </a:ext>
              </a:extLst>
            </p:cNvPr>
            <p:cNvSpPr/>
            <p:nvPr/>
          </p:nvSpPr>
          <p:spPr>
            <a:xfrm>
              <a:off x="5402036" y="4257555"/>
              <a:ext cx="1729696" cy="3808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DC6BAC5-B423-467B-9777-B94629EBAB5D}"/>
                </a:ext>
              </a:extLst>
            </p:cNvPr>
            <p:cNvSpPr/>
            <p:nvPr/>
          </p:nvSpPr>
          <p:spPr>
            <a:xfrm>
              <a:off x="7124889" y="4257555"/>
              <a:ext cx="1729696" cy="3808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phần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thập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0D21A5E-DA17-40DC-9C3B-90729CF18C96}"/>
                </a:ext>
              </a:extLst>
            </p:cNvPr>
            <p:cNvSpPr/>
            <p:nvPr/>
          </p:nvSpPr>
          <p:spPr>
            <a:xfrm>
              <a:off x="8854585" y="4257554"/>
              <a:ext cx="1729696" cy="3808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544EB9E-788C-40B7-869C-4F06E0D6F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49487" y="4781550"/>
              <a:ext cx="172285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5186779-4C14-420C-BFC8-1A72AEC3FE01}"/>
                </a:ext>
              </a:extLst>
            </p:cNvPr>
            <p:cNvCxnSpPr>
              <a:cxnSpLocks/>
            </p:cNvCxnSpPr>
            <p:nvPr/>
          </p:nvCxnSpPr>
          <p:spPr>
            <a:xfrm>
              <a:off x="3672340" y="4781550"/>
              <a:ext cx="172285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1CEF7CA-E7BA-42B9-B5FE-06C0B670309E}"/>
                </a:ext>
              </a:extLst>
            </p:cNvPr>
            <p:cNvCxnSpPr>
              <a:cxnSpLocks/>
            </p:cNvCxnSpPr>
            <p:nvPr/>
          </p:nvCxnSpPr>
          <p:spPr>
            <a:xfrm>
              <a:off x="5395193" y="4781550"/>
              <a:ext cx="172285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812D8DE-CC0D-44BF-AFA8-7B5E17936133}"/>
                </a:ext>
              </a:extLst>
            </p:cNvPr>
            <p:cNvCxnSpPr>
              <a:cxnSpLocks/>
            </p:cNvCxnSpPr>
            <p:nvPr/>
          </p:nvCxnSpPr>
          <p:spPr>
            <a:xfrm>
              <a:off x="7118046" y="4781550"/>
              <a:ext cx="174338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2D2FA08-8756-4571-B29C-3CE774838AC4}"/>
                </a:ext>
              </a:extLst>
            </p:cNvPr>
            <p:cNvCxnSpPr>
              <a:cxnSpLocks/>
            </p:cNvCxnSpPr>
            <p:nvPr/>
          </p:nvCxnSpPr>
          <p:spPr>
            <a:xfrm>
              <a:off x="8861428" y="4781550"/>
              <a:ext cx="172285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2DEC0BF-2D14-447B-822F-7AECBC8E7547}"/>
                </a:ext>
              </a:extLst>
            </p:cNvPr>
            <p:cNvSpPr txBox="1"/>
            <p:nvPr/>
          </p:nvSpPr>
          <p:spPr>
            <a:xfrm>
              <a:off x="2550041" y="4786189"/>
              <a:ext cx="4651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bit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3E321C3-7FDF-4CE9-A2B8-A8AF84655A88}"/>
                </a:ext>
              </a:extLst>
            </p:cNvPr>
            <p:cNvSpPr txBox="1"/>
            <p:nvPr/>
          </p:nvSpPr>
          <p:spPr>
            <a:xfrm>
              <a:off x="4266681" y="4781387"/>
              <a:ext cx="4651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bit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4257EF7-2509-4BA9-A861-705BC854F818}"/>
                </a:ext>
              </a:extLst>
            </p:cNvPr>
            <p:cNvSpPr txBox="1"/>
            <p:nvPr/>
          </p:nvSpPr>
          <p:spPr>
            <a:xfrm>
              <a:off x="6071245" y="4851058"/>
              <a:ext cx="4651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bit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3BB7BC3-F6A0-4092-81D8-30E8ACBE6F2A}"/>
                </a:ext>
              </a:extLst>
            </p:cNvPr>
            <p:cNvSpPr txBox="1"/>
            <p:nvPr/>
          </p:nvSpPr>
          <p:spPr>
            <a:xfrm>
              <a:off x="7787885" y="4846256"/>
              <a:ext cx="4651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bit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8F2CA24-7CB4-4D13-B0CD-B9E00CDA2196}"/>
                </a:ext>
              </a:extLst>
            </p:cNvPr>
            <p:cNvSpPr txBox="1"/>
            <p:nvPr/>
          </p:nvSpPr>
          <p:spPr>
            <a:xfrm>
              <a:off x="9516644" y="4781387"/>
              <a:ext cx="4651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bit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4ED2956-5F18-4338-BC86-BFA14F3CE1FA}"/>
              </a:ext>
            </a:extLst>
          </p:cNvPr>
          <p:cNvGrpSpPr/>
          <p:nvPr/>
        </p:nvGrpSpPr>
        <p:grpSpPr>
          <a:xfrm>
            <a:off x="675451" y="5328877"/>
            <a:ext cx="9135953" cy="996034"/>
            <a:chOff x="675451" y="5328877"/>
            <a:chExt cx="9135953" cy="99603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0B37DEE-0790-48FC-8274-613E5B0873E1}"/>
                </a:ext>
              </a:extLst>
            </p:cNvPr>
            <p:cNvSpPr/>
            <p:nvPr/>
          </p:nvSpPr>
          <p:spPr>
            <a:xfrm>
              <a:off x="675451" y="5328895"/>
              <a:ext cx="1871931" cy="9960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Môi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tr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ư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ờng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ẩm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thay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đổi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B0606F0-F173-4EB4-869A-FAC3419F5ED9}"/>
                </a:ext>
              </a:extLst>
            </p:cNvPr>
            <p:cNvSpPr/>
            <p:nvPr/>
          </p:nvSpPr>
          <p:spPr>
            <a:xfrm>
              <a:off x="3187579" y="5328877"/>
              <a:ext cx="1722853" cy="9960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biến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2114439-ECCF-44A3-953C-C040ACEAE487}"/>
                </a:ext>
              </a:extLst>
            </p:cNvPr>
            <p:cNvSpPr/>
            <p:nvPr/>
          </p:nvSpPr>
          <p:spPr>
            <a:xfrm>
              <a:off x="5617535" y="5328877"/>
              <a:ext cx="1743383" cy="9959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lên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server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DC0EB81-1C9F-4CBA-8F41-75080064FE4F}"/>
                </a:ext>
              </a:extLst>
            </p:cNvPr>
            <p:cNvSpPr/>
            <p:nvPr/>
          </p:nvSpPr>
          <p:spPr>
            <a:xfrm>
              <a:off x="8068021" y="5328877"/>
              <a:ext cx="1743383" cy="9959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Hiển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thị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ng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ư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ời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dùng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2A27E03-9FF4-4A92-88F6-FE287F77D1CD}"/>
                </a:ext>
              </a:extLst>
            </p:cNvPr>
            <p:cNvCxnSpPr>
              <a:stCxn id="121" idx="3"/>
              <a:endCxn id="122" idx="1"/>
            </p:cNvCxnSpPr>
            <p:nvPr/>
          </p:nvCxnSpPr>
          <p:spPr>
            <a:xfrm flipV="1">
              <a:off x="2547382" y="5826878"/>
              <a:ext cx="640197" cy="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4DD8901-B851-4DC1-B2B8-E17C331AFE69}"/>
                </a:ext>
              </a:extLst>
            </p:cNvPr>
            <p:cNvCxnSpPr>
              <a:stCxn id="122" idx="3"/>
              <a:endCxn id="123" idx="1"/>
            </p:cNvCxnSpPr>
            <p:nvPr/>
          </p:nvCxnSpPr>
          <p:spPr>
            <a:xfrm flipV="1">
              <a:off x="4910432" y="5826867"/>
              <a:ext cx="707103" cy="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AF9F0C15-391E-46E4-A2F5-B9833D84F441}"/>
                </a:ext>
              </a:extLst>
            </p:cNvPr>
            <p:cNvCxnSpPr>
              <a:stCxn id="123" idx="3"/>
              <a:endCxn id="126" idx="1"/>
            </p:cNvCxnSpPr>
            <p:nvPr/>
          </p:nvCxnSpPr>
          <p:spPr>
            <a:xfrm>
              <a:off x="7360918" y="5826867"/>
              <a:ext cx="7071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31270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156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tieuduongtu179@gmail.com</dc:creator>
  <cp:lastModifiedBy>tieuduongtu179@gmail.com</cp:lastModifiedBy>
  <cp:revision>15</cp:revision>
  <dcterms:created xsi:type="dcterms:W3CDTF">2018-11-13T11:23:09Z</dcterms:created>
  <dcterms:modified xsi:type="dcterms:W3CDTF">2018-11-13T18:49:52Z</dcterms:modified>
</cp:coreProperties>
</file>